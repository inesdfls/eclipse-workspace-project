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1"/>
  </p:notesMasterIdLst>
  <p:sldIdLst>
    <p:sldId id="280" r:id="rId5"/>
    <p:sldId id="281" r:id="rId6"/>
    <p:sldId id="256" r:id="rId7"/>
    <p:sldId id="261" r:id="rId8"/>
    <p:sldId id="262" r:id="rId9"/>
    <p:sldId id="263" r:id="rId10"/>
    <p:sldId id="264" r:id="rId11"/>
    <p:sldId id="266" r:id="rId12"/>
    <p:sldId id="279" r:id="rId13"/>
    <p:sldId id="273" r:id="rId14"/>
    <p:sldId id="267" r:id="rId15"/>
    <p:sldId id="274" r:id="rId16"/>
    <p:sldId id="275" r:id="rId17"/>
    <p:sldId id="276" r:id="rId18"/>
    <p:sldId id="277" r:id="rId19"/>
    <p:sldId id="278" r:id="rId2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3846" autoAdjust="0"/>
  </p:normalViewPr>
  <p:slideViewPr>
    <p:cSldViewPr snapToGrid="0">
      <p:cViewPr varScale="1">
        <p:scale>
          <a:sx n="34" d="100"/>
          <a:sy n="34" d="100"/>
        </p:scale>
        <p:origin x="560" y="32"/>
      </p:cViewPr>
      <p:guideLst/>
    </p:cSldViewPr>
  </p:slideViewPr>
  <p:notesTextViewPr>
    <p:cViewPr>
      <p:scale>
        <a:sx n="1" d="1"/>
        <a:sy n="1" d="1"/>
      </p:scale>
      <p:origin x="0" y="-3456"/>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on FRESQUET" userId="fd56d971-5450-4b40-985e-1d56227c3fba" providerId="ADAL" clId="{B29F9C30-5CDF-4BFC-AD98-4DF52DA357C3}"/>
    <pc:docChg chg="undo custSel addSld delSld modSld sldOrd">
      <pc:chgData name="Marion FRESQUET" userId="fd56d971-5450-4b40-985e-1d56227c3fba" providerId="ADAL" clId="{B29F9C30-5CDF-4BFC-AD98-4DF52DA357C3}" dt="2026-01-26T09:58:27.907" v="4087" actId="732"/>
      <pc:docMkLst>
        <pc:docMk/>
      </pc:docMkLst>
      <pc:sldChg chg="addSp delSp modSp mod modNotesTx">
        <pc:chgData name="Marion FRESQUET" userId="fd56d971-5450-4b40-985e-1d56227c3fba" providerId="ADAL" clId="{B29F9C30-5CDF-4BFC-AD98-4DF52DA357C3}" dt="2026-01-21T18:12:58.483" v="3217" actId="20577"/>
        <pc:sldMkLst>
          <pc:docMk/>
          <pc:sldMk cId="84381391" sldId="256"/>
        </pc:sldMkLst>
        <pc:spChg chg="mod">
          <ac:chgData name="Marion FRESQUET" userId="fd56d971-5450-4b40-985e-1d56227c3fba" providerId="ADAL" clId="{B29F9C30-5CDF-4BFC-AD98-4DF52DA357C3}" dt="2026-01-21T18:12:58.483" v="3217" actId="20577"/>
          <ac:spMkLst>
            <pc:docMk/>
            <pc:sldMk cId="84381391" sldId="256"/>
            <ac:spMk id="2" creationId="{91DA82BC-4902-A116-231B-12622CDA2AF9}"/>
          </ac:spMkLst>
        </pc:spChg>
        <pc:spChg chg="add mod">
          <ac:chgData name="Marion FRESQUET" userId="fd56d971-5450-4b40-985e-1d56227c3fba" providerId="ADAL" clId="{B29F9C30-5CDF-4BFC-AD98-4DF52DA357C3}" dt="2026-01-21T15:27:37.592" v="107" actId="164"/>
          <ac:spMkLst>
            <pc:docMk/>
            <pc:sldMk cId="84381391" sldId="256"/>
            <ac:spMk id="3" creationId="{455EC048-7115-126A-4A07-AC21C95B656C}"/>
          </ac:spMkLst>
        </pc:spChg>
        <pc:spChg chg="add mod">
          <ac:chgData name="Marion FRESQUET" userId="fd56d971-5450-4b40-985e-1d56227c3fba" providerId="ADAL" clId="{B29F9C30-5CDF-4BFC-AD98-4DF52DA357C3}" dt="2026-01-21T15:27:37.592" v="107" actId="164"/>
          <ac:spMkLst>
            <pc:docMk/>
            <pc:sldMk cId="84381391" sldId="256"/>
            <ac:spMk id="4" creationId="{B94C6070-6D53-631F-B13E-3E43774304F1}"/>
          </ac:spMkLst>
        </pc:spChg>
        <pc:grpChg chg="add mod">
          <ac:chgData name="Marion FRESQUET" userId="fd56d971-5450-4b40-985e-1d56227c3fba" providerId="ADAL" clId="{B29F9C30-5CDF-4BFC-AD98-4DF52DA357C3}" dt="2026-01-21T15:27:37.592" v="107" actId="164"/>
          <ac:grpSpMkLst>
            <pc:docMk/>
            <pc:sldMk cId="84381391" sldId="256"/>
            <ac:grpSpMk id="7" creationId="{E58095E9-0396-2769-D774-6A437F11A03F}"/>
          </ac:grpSpMkLst>
        </pc:grpChg>
        <pc:picChg chg="mod modCrop">
          <ac:chgData name="Marion FRESQUET" userId="fd56d971-5450-4b40-985e-1d56227c3fba" providerId="ADAL" clId="{B29F9C30-5CDF-4BFC-AD98-4DF52DA357C3}" dt="2026-01-21T18:03:42.487" v="2903" actId="1076"/>
          <ac:picMkLst>
            <pc:docMk/>
            <pc:sldMk cId="84381391" sldId="256"/>
            <ac:picMk id="8" creationId="{91A60302-A072-2859-147A-1D2557226314}"/>
          </ac:picMkLst>
        </pc:picChg>
      </pc:sldChg>
      <pc:sldChg chg="addSp modSp mod modNotesTx">
        <pc:chgData name="Marion FRESQUET" userId="fd56d971-5450-4b40-985e-1d56227c3fba" providerId="ADAL" clId="{B29F9C30-5CDF-4BFC-AD98-4DF52DA357C3}" dt="2026-01-21T18:13:46.336" v="3229" actId="1076"/>
        <pc:sldMkLst>
          <pc:docMk/>
          <pc:sldMk cId="2439485539" sldId="261"/>
        </pc:sldMkLst>
        <pc:spChg chg="mod">
          <ac:chgData name="Marion FRESQUET" userId="fd56d971-5450-4b40-985e-1d56227c3fba" providerId="ADAL" clId="{B29F9C30-5CDF-4BFC-AD98-4DF52DA357C3}" dt="2026-01-21T18:13:42.022" v="3227" actId="1076"/>
          <ac:spMkLst>
            <pc:docMk/>
            <pc:sldMk cId="2439485539" sldId="261"/>
            <ac:spMk id="9" creationId="{847887A4-93C8-5BC8-3E32-F377C61331AA}"/>
          </ac:spMkLst>
        </pc:spChg>
        <pc:spChg chg="mod">
          <ac:chgData name="Marion FRESQUET" userId="fd56d971-5450-4b40-985e-1d56227c3fba" providerId="ADAL" clId="{B29F9C30-5CDF-4BFC-AD98-4DF52DA357C3}" dt="2026-01-21T16:02:59.071" v="900" actId="1076"/>
          <ac:spMkLst>
            <pc:docMk/>
            <pc:sldMk cId="2439485539" sldId="261"/>
            <ac:spMk id="11" creationId="{D2B4B636-3B72-EF41-8C04-27D18D61DEF1}"/>
          </ac:spMkLst>
        </pc:spChg>
        <pc:spChg chg="mod">
          <ac:chgData name="Marion FRESQUET" userId="fd56d971-5450-4b40-985e-1d56227c3fba" providerId="ADAL" clId="{B29F9C30-5CDF-4BFC-AD98-4DF52DA357C3}" dt="2026-01-21T16:02:53.172" v="899" actId="1076"/>
          <ac:spMkLst>
            <pc:docMk/>
            <pc:sldMk cId="2439485539" sldId="261"/>
            <ac:spMk id="12" creationId="{09E145DD-129D-9C52-ED1A-3B285351AB9B}"/>
          </ac:spMkLst>
        </pc:spChg>
        <pc:spChg chg="add mod">
          <ac:chgData name="Marion FRESQUET" userId="fd56d971-5450-4b40-985e-1d56227c3fba" providerId="ADAL" clId="{B29F9C30-5CDF-4BFC-AD98-4DF52DA357C3}" dt="2026-01-21T18:13:46.336" v="3229" actId="1076"/>
          <ac:spMkLst>
            <pc:docMk/>
            <pc:sldMk cId="2439485539" sldId="261"/>
            <ac:spMk id="13" creationId="{A4E89028-7D40-5897-E725-DC0286F3D9B4}"/>
          </ac:spMkLst>
        </pc:spChg>
        <pc:spChg chg="mod">
          <ac:chgData name="Marion FRESQUET" userId="fd56d971-5450-4b40-985e-1d56227c3fba" providerId="ADAL" clId="{B29F9C30-5CDF-4BFC-AD98-4DF52DA357C3}" dt="2026-01-21T16:02:53.172" v="899" actId="1076"/>
          <ac:spMkLst>
            <pc:docMk/>
            <pc:sldMk cId="2439485539" sldId="261"/>
            <ac:spMk id="17" creationId="{D3212742-6911-3D02-EDA0-74F1EC91D8F8}"/>
          </ac:spMkLst>
        </pc:spChg>
        <pc:spChg chg="mod">
          <ac:chgData name="Marion FRESQUET" userId="fd56d971-5450-4b40-985e-1d56227c3fba" providerId="ADAL" clId="{B29F9C30-5CDF-4BFC-AD98-4DF52DA357C3}" dt="2026-01-21T16:02:53.172" v="899" actId="1076"/>
          <ac:spMkLst>
            <pc:docMk/>
            <pc:sldMk cId="2439485539" sldId="261"/>
            <ac:spMk id="18" creationId="{4EBDA3B5-99A8-952B-9711-A32313A3E4A9}"/>
          </ac:spMkLst>
        </pc:spChg>
        <pc:picChg chg="mod modCrop">
          <ac:chgData name="Marion FRESQUET" userId="fd56d971-5450-4b40-985e-1d56227c3fba" providerId="ADAL" clId="{B29F9C30-5CDF-4BFC-AD98-4DF52DA357C3}" dt="2026-01-21T18:13:43.464" v="3228" actId="1076"/>
          <ac:picMkLst>
            <pc:docMk/>
            <pc:sldMk cId="2439485539" sldId="261"/>
            <ac:picMk id="4" creationId="{391C8DC1-8F54-EFE6-D35F-D9F8F380A232}"/>
          </ac:picMkLst>
        </pc:picChg>
        <pc:picChg chg="add mod">
          <ac:chgData name="Marion FRESQUET" userId="fd56d971-5450-4b40-985e-1d56227c3fba" providerId="ADAL" clId="{B29F9C30-5CDF-4BFC-AD98-4DF52DA357C3}" dt="2026-01-21T16:34:43.469" v="1106" actId="1076"/>
          <ac:picMkLst>
            <pc:docMk/>
            <pc:sldMk cId="2439485539" sldId="261"/>
            <ac:picMk id="6" creationId="{B65383A9-CE09-3C52-2ADD-263C53241A5D}"/>
          </ac:picMkLst>
        </pc:picChg>
        <pc:picChg chg="mod">
          <ac:chgData name="Marion FRESQUET" userId="fd56d971-5450-4b40-985e-1d56227c3fba" providerId="ADAL" clId="{B29F9C30-5CDF-4BFC-AD98-4DF52DA357C3}" dt="2026-01-21T16:34:46.778" v="1107" actId="1076"/>
          <ac:picMkLst>
            <pc:docMk/>
            <pc:sldMk cId="2439485539" sldId="261"/>
            <ac:picMk id="14" creationId="{5B716C1F-9C89-D95E-3CE6-78BF11D72C7A}"/>
          </ac:picMkLst>
        </pc:picChg>
        <pc:picChg chg="mod">
          <ac:chgData name="Marion FRESQUET" userId="fd56d971-5450-4b40-985e-1d56227c3fba" providerId="ADAL" clId="{B29F9C30-5CDF-4BFC-AD98-4DF52DA357C3}" dt="2026-01-21T16:02:53.172" v="899" actId="1076"/>
          <ac:picMkLst>
            <pc:docMk/>
            <pc:sldMk cId="2439485539" sldId="261"/>
            <ac:picMk id="16" creationId="{D81D737D-3016-3DD7-41E0-93783E7BB914}"/>
          </ac:picMkLst>
        </pc:picChg>
      </pc:sldChg>
      <pc:sldChg chg="addSp delSp modSp mod modNotesTx">
        <pc:chgData name="Marion FRESQUET" userId="fd56d971-5450-4b40-985e-1d56227c3fba" providerId="ADAL" clId="{B29F9C30-5CDF-4BFC-AD98-4DF52DA357C3}" dt="2026-01-26T09:58:27.907" v="4087" actId="732"/>
        <pc:sldMkLst>
          <pc:docMk/>
          <pc:sldMk cId="196631990" sldId="262"/>
        </pc:sldMkLst>
        <pc:spChg chg="add mod">
          <ac:chgData name="Marion FRESQUET" userId="fd56d971-5450-4b40-985e-1d56227c3fba" providerId="ADAL" clId="{B29F9C30-5CDF-4BFC-AD98-4DF52DA357C3}" dt="2026-01-21T17:02:00.010" v="1504" actId="1076"/>
          <ac:spMkLst>
            <pc:docMk/>
            <pc:sldMk cId="196631990" sldId="262"/>
            <ac:spMk id="11" creationId="{EDFFE497-4419-4159-FDC1-0D97BE323871}"/>
          </ac:spMkLst>
        </pc:spChg>
        <pc:spChg chg="mod">
          <ac:chgData name="Marion FRESQUET" userId="fd56d971-5450-4b40-985e-1d56227c3fba" providerId="ADAL" clId="{B29F9C30-5CDF-4BFC-AD98-4DF52DA357C3}" dt="2026-01-21T18:14:58.178" v="3382" actId="20577"/>
          <ac:spMkLst>
            <pc:docMk/>
            <pc:sldMk cId="196631990" sldId="262"/>
            <ac:spMk id="12" creationId="{AC2305C1-0F03-D5ED-99B4-9273046CB2C6}"/>
          </ac:spMkLst>
        </pc:spChg>
        <pc:spChg chg="mod">
          <ac:chgData name="Marion FRESQUET" userId="fd56d971-5450-4b40-985e-1d56227c3fba" providerId="ADAL" clId="{B29F9C30-5CDF-4BFC-AD98-4DF52DA357C3}" dt="2026-01-21T17:01:49.729" v="1488" actId="1076"/>
          <ac:spMkLst>
            <pc:docMk/>
            <pc:sldMk cId="196631990" sldId="262"/>
            <ac:spMk id="13" creationId="{4F11D17A-3574-473F-53E5-D00D0C5359AF}"/>
          </ac:spMkLst>
        </pc:spChg>
        <pc:spChg chg="add mod">
          <ac:chgData name="Marion FRESQUET" userId="fd56d971-5450-4b40-985e-1d56227c3fba" providerId="ADAL" clId="{B29F9C30-5CDF-4BFC-AD98-4DF52DA357C3}" dt="2026-01-26T09:06:48.185" v="3430" actId="14100"/>
          <ac:spMkLst>
            <pc:docMk/>
            <pc:sldMk cId="196631990" sldId="262"/>
            <ac:spMk id="14" creationId="{F516E824-4176-AE34-5B20-5D04E3F3F119}"/>
          </ac:spMkLst>
        </pc:spChg>
        <pc:spChg chg="add mod">
          <ac:chgData name="Marion FRESQUET" userId="fd56d971-5450-4b40-985e-1d56227c3fba" providerId="ADAL" clId="{B29F9C30-5CDF-4BFC-AD98-4DF52DA357C3}" dt="2026-01-26T09:58:06.010" v="4085" actId="14100"/>
          <ac:spMkLst>
            <pc:docMk/>
            <pc:sldMk cId="196631990" sldId="262"/>
            <ac:spMk id="15" creationId="{63FACC25-AFB4-1D2B-1945-782E18AAF989}"/>
          </ac:spMkLst>
        </pc:spChg>
        <pc:spChg chg="add mod">
          <ac:chgData name="Marion FRESQUET" userId="fd56d971-5450-4b40-985e-1d56227c3fba" providerId="ADAL" clId="{B29F9C30-5CDF-4BFC-AD98-4DF52DA357C3}" dt="2026-01-21T17:51:16.370" v="2397" actId="20577"/>
          <ac:spMkLst>
            <pc:docMk/>
            <pc:sldMk cId="196631990" sldId="262"/>
            <ac:spMk id="16" creationId="{B033C8D1-1129-5905-E953-1737E8D4D3FB}"/>
          </ac:spMkLst>
        </pc:spChg>
        <pc:grpChg chg="mod">
          <ac:chgData name="Marion FRESQUET" userId="fd56d971-5450-4b40-985e-1d56227c3fba" providerId="ADAL" clId="{B29F9C30-5CDF-4BFC-AD98-4DF52DA357C3}" dt="2026-01-21T17:01:46.918" v="1487" actId="1076"/>
          <ac:grpSpMkLst>
            <pc:docMk/>
            <pc:sldMk cId="196631990" sldId="262"/>
            <ac:grpSpMk id="10" creationId="{E49A06DF-9FCA-B865-FC79-20F296D9146C}"/>
          </ac:grpSpMkLst>
        </pc:grpChg>
        <pc:picChg chg="mod modCrop">
          <ac:chgData name="Marion FRESQUET" userId="fd56d971-5450-4b40-985e-1d56227c3fba" providerId="ADAL" clId="{B29F9C30-5CDF-4BFC-AD98-4DF52DA357C3}" dt="2026-01-26T09:58:27.907" v="4087" actId="732"/>
          <ac:picMkLst>
            <pc:docMk/>
            <pc:sldMk cId="196631990" sldId="262"/>
            <ac:picMk id="5" creationId="{41B90571-FEED-A98C-109E-1D39CA46BD16}"/>
          </ac:picMkLst>
        </pc:picChg>
      </pc:sldChg>
      <pc:sldChg chg="modSp mod modNotesTx">
        <pc:chgData name="Marion FRESQUET" userId="fd56d971-5450-4b40-985e-1d56227c3fba" providerId="ADAL" clId="{B29F9C30-5CDF-4BFC-AD98-4DF52DA357C3}" dt="2026-01-26T09:28:28.234" v="3775" actId="20577"/>
        <pc:sldMkLst>
          <pc:docMk/>
          <pc:sldMk cId="573171867" sldId="263"/>
        </pc:sldMkLst>
        <pc:spChg chg="mod">
          <ac:chgData name="Marion FRESQUET" userId="fd56d971-5450-4b40-985e-1d56227c3fba" providerId="ADAL" clId="{B29F9C30-5CDF-4BFC-AD98-4DF52DA357C3}" dt="2026-01-21T18:15:01.679" v="3385" actId="20577"/>
          <ac:spMkLst>
            <pc:docMk/>
            <pc:sldMk cId="573171867" sldId="263"/>
            <ac:spMk id="2" creationId="{23D580CC-6004-B72B-C20F-BE3076576C69}"/>
          </ac:spMkLst>
        </pc:spChg>
        <pc:spChg chg="mod">
          <ac:chgData name="Marion FRESQUET" userId="fd56d971-5450-4b40-985e-1d56227c3fba" providerId="ADAL" clId="{B29F9C30-5CDF-4BFC-AD98-4DF52DA357C3}" dt="2026-01-21T16:18:05.629" v="1096" actId="20577"/>
          <ac:spMkLst>
            <pc:docMk/>
            <pc:sldMk cId="573171867" sldId="263"/>
            <ac:spMk id="6" creationId="{C8A25698-6752-5FE6-AECC-B67030CD6DFD}"/>
          </ac:spMkLst>
        </pc:spChg>
        <pc:spChg chg="mod">
          <ac:chgData name="Marion FRESQUET" userId="fd56d971-5450-4b40-985e-1d56227c3fba" providerId="ADAL" clId="{B29F9C30-5CDF-4BFC-AD98-4DF52DA357C3}" dt="2026-01-21T16:18:13.163" v="1099" actId="1076"/>
          <ac:spMkLst>
            <pc:docMk/>
            <pc:sldMk cId="573171867" sldId="263"/>
            <ac:spMk id="7" creationId="{CF7FA98D-21E8-B4B5-8802-49B59E7C37DE}"/>
          </ac:spMkLst>
        </pc:spChg>
        <pc:picChg chg="mod modCrop">
          <ac:chgData name="Marion FRESQUET" userId="fd56d971-5450-4b40-985e-1d56227c3fba" providerId="ADAL" clId="{B29F9C30-5CDF-4BFC-AD98-4DF52DA357C3}" dt="2026-01-21T15:40:33.543" v="318" actId="732"/>
          <ac:picMkLst>
            <pc:docMk/>
            <pc:sldMk cId="573171867" sldId="263"/>
            <ac:picMk id="4" creationId="{EE3C5422-69BD-DAC3-8BFD-DC6C54D43497}"/>
          </ac:picMkLst>
        </pc:picChg>
      </pc:sldChg>
      <pc:sldChg chg="addSp delSp modSp mod modNotesTx">
        <pc:chgData name="Marion FRESQUET" userId="fd56d971-5450-4b40-985e-1d56227c3fba" providerId="ADAL" clId="{B29F9C30-5CDF-4BFC-AD98-4DF52DA357C3}" dt="2026-01-26T09:31:33.721" v="4083" actId="6549"/>
        <pc:sldMkLst>
          <pc:docMk/>
          <pc:sldMk cId="458414059" sldId="264"/>
        </pc:sldMkLst>
        <pc:spChg chg="mod">
          <ac:chgData name="Marion FRESQUET" userId="fd56d971-5450-4b40-985e-1d56227c3fba" providerId="ADAL" clId="{B29F9C30-5CDF-4BFC-AD98-4DF52DA357C3}" dt="2026-01-21T18:15:10.383" v="3390" actId="1076"/>
          <ac:spMkLst>
            <pc:docMk/>
            <pc:sldMk cId="458414059" sldId="264"/>
            <ac:spMk id="2" creationId="{4E049DB2-C02F-76D4-D710-2F3915940A8E}"/>
          </ac:spMkLst>
        </pc:spChg>
        <pc:spChg chg="add mod">
          <ac:chgData name="Marion FRESQUET" userId="fd56d971-5450-4b40-985e-1d56227c3fba" providerId="ADAL" clId="{B29F9C30-5CDF-4BFC-AD98-4DF52DA357C3}" dt="2026-01-21T16:35:09.261" v="1108" actId="1076"/>
          <ac:spMkLst>
            <pc:docMk/>
            <pc:sldMk cId="458414059" sldId="264"/>
            <ac:spMk id="12" creationId="{05DE0B19-5C55-A93A-6D48-01ED7A006BB0}"/>
          </ac:spMkLst>
        </pc:spChg>
        <pc:spChg chg="add mod">
          <ac:chgData name="Marion FRESQUET" userId="fd56d971-5450-4b40-985e-1d56227c3fba" providerId="ADAL" clId="{B29F9C30-5CDF-4BFC-AD98-4DF52DA357C3}" dt="2026-01-21T15:54:29.288" v="839" actId="20577"/>
          <ac:spMkLst>
            <pc:docMk/>
            <pc:sldMk cId="458414059" sldId="264"/>
            <ac:spMk id="13" creationId="{5B65C1D1-611D-B3D5-7FD9-CC69CA39FAD4}"/>
          </ac:spMkLst>
        </pc:spChg>
        <pc:picChg chg="mod modCrop">
          <ac:chgData name="Marion FRESQUET" userId="fd56d971-5450-4b40-985e-1d56227c3fba" providerId="ADAL" clId="{B29F9C30-5CDF-4BFC-AD98-4DF52DA357C3}" dt="2026-01-21T15:47:14.966" v="467" actId="1076"/>
          <ac:picMkLst>
            <pc:docMk/>
            <pc:sldMk cId="458414059" sldId="264"/>
            <ac:picMk id="4" creationId="{F31E3AC6-53D6-C597-6C19-EABD2993121F}"/>
          </ac:picMkLst>
        </pc:picChg>
        <pc:picChg chg="add mod">
          <ac:chgData name="Marion FRESQUET" userId="fd56d971-5450-4b40-985e-1d56227c3fba" providerId="ADAL" clId="{B29F9C30-5CDF-4BFC-AD98-4DF52DA357C3}" dt="2026-01-21T15:49:24.628" v="484" actId="339"/>
          <ac:picMkLst>
            <pc:docMk/>
            <pc:sldMk cId="458414059" sldId="264"/>
            <ac:picMk id="7" creationId="{0684064F-A5DD-B21B-A803-0ECB3D818508}"/>
          </ac:picMkLst>
        </pc:picChg>
        <pc:picChg chg="add mod">
          <ac:chgData name="Marion FRESQUET" userId="fd56d971-5450-4b40-985e-1d56227c3fba" providerId="ADAL" clId="{B29F9C30-5CDF-4BFC-AD98-4DF52DA357C3}" dt="2026-01-21T16:08:16.191" v="941" actId="1076"/>
          <ac:picMkLst>
            <pc:docMk/>
            <pc:sldMk cId="458414059" sldId="264"/>
            <ac:picMk id="14" creationId="{ADA2D380-1030-620C-123A-52208F7CDEAA}"/>
          </ac:picMkLst>
        </pc:picChg>
        <pc:cxnChg chg="add mod">
          <ac:chgData name="Marion FRESQUET" userId="fd56d971-5450-4b40-985e-1d56227c3fba" providerId="ADAL" clId="{B29F9C30-5CDF-4BFC-AD98-4DF52DA357C3}" dt="2026-01-21T15:48:15.624" v="472" actId="1582"/>
          <ac:cxnSpMkLst>
            <pc:docMk/>
            <pc:sldMk cId="458414059" sldId="264"/>
            <ac:cxnSpMk id="11" creationId="{C92D3636-9A53-D1FD-6647-A32AEF67A148}"/>
          </ac:cxnSpMkLst>
        </pc:cxnChg>
      </pc:sldChg>
      <pc:sldChg chg="modSp mod modNotesTx">
        <pc:chgData name="Marion FRESQUET" userId="fd56d971-5450-4b40-985e-1d56227c3fba" providerId="ADAL" clId="{B29F9C30-5CDF-4BFC-AD98-4DF52DA357C3}" dt="2026-01-21T18:15:16.213" v="3393" actId="20577"/>
        <pc:sldMkLst>
          <pc:docMk/>
          <pc:sldMk cId="3935669194" sldId="266"/>
        </pc:sldMkLst>
        <pc:spChg chg="mod">
          <ac:chgData name="Marion FRESQUET" userId="fd56d971-5450-4b40-985e-1d56227c3fba" providerId="ADAL" clId="{B29F9C30-5CDF-4BFC-AD98-4DF52DA357C3}" dt="2026-01-21T18:15:16.213" v="3393" actId="20577"/>
          <ac:spMkLst>
            <pc:docMk/>
            <pc:sldMk cId="3935669194" sldId="266"/>
            <ac:spMk id="2" creationId="{77C40033-491D-7823-F3EC-8A15FDCAA737}"/>
          </ac:spMkLst>
        </pc:spChg>
      </pc:sldChg>
      <pc:sldChg chg="modNotesTx">
        <pc:chgData name="Marion FRESQUET" userId="fd56d971-5450-4b40-985e-1d56227c3fba" providerId="ADAL" clId="{B29F9C30-5CDF-4BFC-AD98-4DF52DA357C3}" dt="2026-01-21T15:42:14.247" v="433" actId="6549"/>
        <pc:sldMkLst>
          <pc:docMk/>
          <pc:sldMk cId="543973535" sldId="267"/>
        </pc:sldMkLst>
      </pc:sldChg>
      <pc:sldChg chg="addSp modSp modNotesTx">
        <pc:chgData name="Marion FRESQUET" userId="fd56d971-5450-4b40-985e-1d56227c3fba" providerId="ADAL" clId="{B29F9C30-5CDF-4BFC-AD98-4DF52DA357C3}" dt="2026-01-21T16:38:44.570" v="1129" actId="20577"/>
        <pc:sldMkLst>
          <pc:docMk/>
          <pc:sldMk cId="1379548937" sldId="273"/>
        </pc:sldMkLst>
        <pc:picChg chg="add mod">
          <ac:chgData name="Marion FRESQUET" userId="fd56d971-5450-4b40-985e-1d56227c3fba" providerId="ADAL" clId="{B29F9C30-5CDF-4BFC-AD98-4DF52DA357C3}" dt="2026-01-21T16:17:38.255" v="1094" actId="1076"/>
          <ac:picMkLst>
            <pc:docMk/>
            <pc:sldMk cId="1379548937" sldId="273"/>
            <ac:picMk id="4" creationId="{3DFA65A5-5A60-B759-2D84-0E3A62DEEC3B}"/>
          </ac:picMkLst>
        </pc:picChg>
      </pc:sldChg>
      <pc:sldChg chg="modSp mod">
        <pc:chgData name="Marion FRESQUET" userId="fd56d971-5450-4b40-985e-1d56227c3fba" providerId="ADAL" clId="{B29F9C30-5CDF-4BFC-AD98-4DF52DA357C3}" dt="2026-01-21T16:38:26.971" v="1118" actId="20577"/>
        <pc:sldMkLst>
          <pc:docMk/>
          <pc:sldMk cId="4277739528" sldId="277"/>
        </pc:sldMkLst>
        <pc:spChg chg="mod">
          <ac:chgData name="Marion FRESQUET" userId="fd56d971-5450-4b40-985e-1d56227c3fba" providerId="ADAL" clId="{B29F9C30-5CDF-4BFC-AD98-4DF52DA357C3}" dt="2026-01-21T16:38:26.971" v="1118" actId="20577"/>
          <ac:spMkLst>
            <pc:docMk/>
            <pc:sldMk cId="4277739528" sldId="277"/>
            <ac:spMk id="6" creationId="{AE6D38AF-5BB2-C358-FE83-4F1C8029FA28}"/>
          </ac:spMkLst>
        </pc:spChg>
      </pc:sldChg>
      <pc:sldChg chg="modSp mod modNotesTx">
        <pc:chgData name="Marion FRESQUET" userId="fd56d971-5450-4b40-985e-1d56227c3fba" providerId="ADAL" clId="{B29F9C30-5CDF-4BFC-AD98-4DF52DA357C3}" dt="2026-01-21T16:38:37.820" v="1123" actId="20577"/>
        <pc:sldMkLst>
          <pc:docMk/>
          <pc:sldMk cId="920861404" sldId="278"/>
        </pc:sldMkLst>
        <pc:spChg chg="mod">
          <ac:chgData name="Marion FRESQUET" userId="fd56d971-5450-4b40-985e-1d56227c3fba" providerId="ADAL" clId="{B29F9C30-5CDF-4BFC-AD98-4DF52DA357C3}" dt="2026-01-21T16:38:31.849" v="1120" actId="20577"/>
          <ac:spMkLst>
            <pc:docMk/>
            <pc:sldMk cId="920861404" sldId="278"/>
            <ac:spMk id="6" creationId="{C1C328FD-488C-D8B2-823A-F05E2DBD34C6}"/>
          </ac:spMkLst>
        </pc:spChg>
      </pc:sldChg>
      <pc:sldChg chg="addSp delSp mod">
        <pc:chgData name="Marion FRESQUET" userId="fd56d971-5450-4b40-985e-1d56227c3fba" providerId="ADAL" clId="{B29F9C30-5CDF-4BFC-AD98-4DF52DA357C3}" dt="2026-01-21T17:08:05.892" v="1682" actId="22"/>
        <pc:sldMkLst>
          <pc:docMk/>
          <pc:sldMk cId="421986854" sldId="279"/>
        </pc:sldMkLst>
      </pc:sldChg>
      <pc:sldChg chg="addSp delSp modSp new mod ord setBg addAnim setClrOvrMap">
        <pc:chgData name="Marion FRESQUET" userId="fd56d971-5450-4b40-985e-1d56227c3fba" providerId="ADAL" clId="{B29F9C30-5CDF-4BFC-AD98-4DF52DA357C3}" dt="2026-01-21T18:10:56.530" v="3107" actId="478"/>
        <pc:sldMkLst>
          <pc:docMk/>
          <pc:sldMk cId="821022019" sldId="280"/>
        </pc:sldMkLst>
        <pc:spChg chg="mod ord">
          <ac:chgData name="Marion FRESQUET" userId="fd56d971-5450-4b40-985e-1d56227c3fba" providerId="ADAL" clId="{B29F9C30-5CDF-4BFC-AD98-4DF52DA357C3}" dt="2026-01-21T18:10:29.599" v="3103" actId="26606"/>
          <ac:spMkLst>
            <pc:docMk/>
            <pc:sldMk cId="821022019" sldId="280"/>
            <ac:spMk id="2" creationId="{84025BE7-42F2-DDC9-4906-F6D418D462B0}"/>
          </ac:spMkLst>
        </pc:spChg>
        <pc:spChg chg="add mod">
          <ac:chgData name="Marion FRESQUET" userId="fd56d971-5450-4b40-985e-1d56227c3fba" providerId="ADAL" clId="{B29F9C30-5CDF-4BFC-AD98-4DF52DA357C3}" dt="2026-01-21T18:10:29.599" v="3103" actId="26606"/>
          <ac:spMkLst>
            <pc:docMk/>
            <pc:sldMk cId="821022019" sldId="280"/>
            <ac:spMk id="5" creationId="{18293D51-948C-8A08-03CD-9F29C4CC3BA0}"/>
          </ac:spMkLst>
        </pc:spChg>
        <pc:spChg chg="add">
          <ac:chgData name="Marion FRESQUET" userId="fd56d971-5450-4b40-985e-1d56227c3fba" providerId="ADAL" clId="{B29F9C30-5CDF-4BFC-AD98-4DF52DA357C3}" dt="2026-01-21T18:10:29.599" v="3103" actId="26606"/>
          <ac:spMkLst>
            <pc:docMk/>
            <pc:sldMk cId="821022019" sldId="280"/>
            <ac:spMk id="10" creationId="{934F1179-B481-4F9E-BCA3-AFB972070F83}"/>
          </ac:spMkLst>
        </pc:spChg>
        <pc:spChg chg="add">
          <ac:chgData name="Marion FRESQUET" userId="fd56d971-5450-4b40-985e-1d56227c3fba" providerId="ADAL" clId="{B29F9C30-5CDF-4BFC-AD98-4DF52DA357C3}" dt="2026-01-21T18:10:29.599" v="3103" actId="26606"/>
          <ac:spMkLst>
            <pc:docMk/>
            <pc:sldMk cId="821022019" sldId="280"/>
            <ac:spMk id="12" creationId="{827DC2C4-B485-428A-BF4A-472D2967F47F}"/>
          </ac:spMkLst>
        </pc:spChg>
        <pc:spChg chg="add">
          <ac:chgData name="Marion FRESQUET" userId="fd56d971-5450-4b40-985e-1d56227c3fba" providerId="ADAL" clId="{B29F9C30-5CDF-4BFC-AD98-4DF52DA357C3}" dt="2026-01-21T18:10:29.599" v="3103" actId="26606"/>
          <ac:spMkLst>
            <pc:docMk/>
            <pc:sldMk cId="821022019" sldId="280"/>
            <ac:spMk id="14" creationId="{EE04B5EB-F158-4507-90DD-BD23620C7CC9}"/>
          </ac:spMkLst>
        </pc:spChg>
      </pc:sldChg>
      <pc:sldChg chg="addSp modSp new mod setBg">
        <pc:chgData name="Marion FRESQUET" userId="fd56d971-5450-4b40-985e-1d56227c3fba" providerId="ADAL" clId="{B29F9C30-5CDF-4BFC-AD98-4DF52DA357C3}" dt="2026-01-21T18:15:41.308" v="3426" actId="26606"/>
        <pc:sldMkLst>
          <pc:docMk/>
          <pc:sldMk cId="2500541184" sldId="281"/>
        </pc:sldMkLst>
        <pc:spChg chg="mod">
          <ac:chgData name="Marion FRESQUET" userId="fd56d971-5450-4b40-985e-1d56227c3fba" providerId="ADAL" clId="{B29F9C30-5CDF-4BFC-AD98-4DF52DA357C3}" dt="2026-01-21T18:15:41.308" v="3426" actId="26606"/>
          <ac:spMkLst>
            <pc:docMk/>
            <pc:sldMk cId="2500541184" sldId="281"/>
            <ac:spMk id="2" creationId="{A5F59B98-A01E-CC41-BAAC-0AEE8D1BE2CC}"/>
          </ac:spMkLst>
        </pc:spChg>
        <pc:spChg chg="mod">
          <ac:chgData name="Marion FRESQUET" userId="fd56d971-5450-4b40-985e-1d56227c3fba" providerId="ADAL" clId="{B29F9C30-5CDF-4BFC-AD98-4DF52DA357C3}" dt="2026-01-21T18:15:41.308" v="3426" actId="26606"/>
          <ac:spMkLst>
            <pc:docMk/>
            <pc:sldMk cId="2500541184" sldId="281"/>
            <ac:spMk id="3" creationId="{42B14D21-65BB-1F88-65E7-CFF2D167EAAE}"/>
          </ac:spMkLst>
        </pc:spChg>
        <pc:spChg chg="mod">
          <ac:chgData name="Marion FRESQUET" userId="fd56d971-5450-4b40-985e-1d56227c3fba" providerId="ADAL" clId="{B29F9C30-5CDF-4BFC-AD98-4DF52DA357C3}" dt="2026-01-21T18:15:41.308" v="3426" actId="26606"/>
          <ac:spMkLst>
            <pc:docMk/>
            <pc:sldMk cId="2500541184" sldId="281"/>
            <ac:spMk id="4" creationId="{197A40F5-90FB-D551-AAFB-45E8C635EBC8}"/>
          </ac:spMkLst>
        </pc:spChg>
        <pc:spChg chg="add">
          <ac:chgData name="Marion FRESQUET" userId="fd56d971-5450-4b40-985e-1d56227c3fba" providerId="ADAL" clId="{B29F9C30-5CDF-4BFC-AD98-4DF52DA357C3}" dt="2026-01-21T18:15:41.308" v="3426" actId="26606"/>
          <ac:spMkLst>
            <pc:docMk/>
            <pc:sldMk cId="2500541184" sldId="281"/>
            <ac:spMk id="9" creationId="{081EA652-8C6A-4E69-BEB9-170809474553}"/>
          </ac:spMkLst>
        </pc:spChg>
        <pc:spChg chg="add">
          <ac:chgData name="Marion FRESQUET" userId="fd56d971-5450-4b40-985e-1d56227c3fba" providerId="ADAL" clId="{B29F9C30-5CDF-4BFC-AD98-4DF52DA357C3}" dt="2026-01-21T18:15:41.308" v="3426" actId="26606"/>
          <ac:spMkLst>
            <pc:docMk/>
            <pc:sldMk cId="2500541184" sldId="281"/>
            <ac:spMk id="11" creationId="{5298780A-33B9-4EA2-8F67-DE68AD62841B}"/>
          </ac:spMkLst>
        </pc:spChg>
        <pc:spChg chg="add">
          <ac:chgData name="Marion FRESQUET" userId="fd56d971-5450-4b40-985e-1d56227c3fba" providerId="ADAL" clId="{B29F9C30-5CDF-4BFC-AD98-4DF52DA357C3}" dt="2026-01-21T18:15:41.308" v="3426" actId="26606"/>
          <ac:spMkLst>
            <pc:docMk/>
            <pc:sldMk cId="2500541184" sldId="281"/>
            <ac:spMk id="13" creationId="{7F488E8B-4E1E-4402-8935-D4E6C02615C7}"/>
          </ac:spMkLst>
        </pc:spChg>
      </pc:sldChg>
    </pc:docChg>
  </pc:docChgLst>
  <pc:docChgLst>
    <pc:chgData name="Mathilde MEZENTZEFF" userId="77144a29-6f27-44f0-b833-1143c73699ea" providerId="ADAL" clId="{D4D0ECA5-DF82-5BA4-9055-F47F6B77EA9F}"/>
    <pc:docChg chg="undo custSel mod addSld delSld modSld sldOrd">
      <pc:chgData name="Mathilde MEZENTZEFF" userId="77144a29-6f27-44f0-b833-1143c73699ea" providerId="ADAL" clId="{D4D0ECA5-DF82-5BA4-9055-F47F6B77EA9F}" dt="2026-01-21T18:08:23.627" v="1391" actId="403"/>
      <pc:docMkLst>
        <pc:docMk/>
      </pc:docMkLst>
      <pc:sldChg chg="addSp delSp modSp new mod modNotesTx">
        <pc:chgData name="Mathilde MEZENTZEFF" userId="77144a29-6f27-44f0-b833-1143c73699ea" providerId="ADAL" clId="{D4D0ECA5-DF82-5BA4-9055-F47F6B77EA9F}" dt="2026-01-21T16:34:36.022" v="1274" actId="404"/>
        <pc:sldMkLst>
          <pc:docMk/>
          <pc:sldMk cId="84381391" sldId="256"/>
        </pc:sldMkLst>
        <pc:spChg chg="mod">
          <ac:chgData name="Mathilde MEZENTZEFF" userId="77144a29-6f27-44f0-b833-1143c73699ea" providerId="ADAL" clId="{D4D0ECA5-DF82-5BA4-9055-F47F6B77EA9F}" dt="2026-01-21T14:15:13.765" v="52" actId="20577"/>
          <ac:spMkLst>
            <pc:docMk/>
            <pc:sldMk cId="84381391" sldId="256"/>
            <ac:spMk id="2" creationId="{91DA82BC-4902-A116-231B-12622CDA2AF9}"/>
          </ac:spMkLst>
        </pc:spChg>
        <pc:spChg chg="del">
          <ac:chgData name="Mathilde MEZENTZEFF" userId="77144a29-6f27-44f0-b833-1143c73699ea" providerId="ADAL" clId="{D4D0ECA5-DF82-5BA4-9055-F47F6B77EA9F}" dt="2026-01-21T14:13:56.265" v="10" actId="478"/>
          <ac:spMkLst>
            <pc:docMk/>
            <pc:sldMk cId="84381391" sldId="256"/>
            <ac:spMk id="3" creationId="{05474A49-2D42-B76C-3097-F893011644AB}"/>
          </ac:spMkLst>
        </pc:spChg>
        <pc:spChg chg="mod">
          <ac:chgData name="Mathilde MEZENTZEFF" userId="77144a29-6f27-44f0-b833-1143c73699ea" providerId="ADAL" clId="{D4D0ECA5-DF82-5BA4-9055-F47F6B77EA9F}" dt="2026-01-21T16:34:36.022" v="1274" actId="404"/>
          <ac:spMkLst>
            <pc:docMk/>
            <pc:sldMk cId="84381391" sldId="256"/>
            <ac:spMk id="3" creationId="{455EC048-7115-126A-4A07-AC21C95B656C}"/>
          </ac:spMkLst>
        </pc:spChg>
        <pc:spChg chg="del">
          <ac:chgData name="Mathilde MEZENTZEFF" userId="77144a29-6f27-44f0-b833-1143c73699ea" providerId="ADAL" clId="{D4D0ECA5-DF82-5BA4-9055-F47F6B77EA9F}" dt="2026-01-21T14:13:57.831" v="11" actId="478"/>
          <ac:spMkLst>
            <pc:docMk/>
            <pc:sldMk cId="84381391" sldId="256"/>
            <ac:spMk id="4" creationId="{7B0A4696-FD15-B5FB-DB72-61CDC773DE62}"/>
          </ac:spMkLst>
        </pc:spChg>
        <pc:spChg chg="add del mod">
          <ac:chgData name="Mathilde MEZENTZEFF" userId="77144a29-6f27-44f0-b833-1143c73699ea" providerId="ADAL" clId="{D4D0ECA5-DF82-5BA4-9055-F47F6B77EA9F}" dt="2026-01-21T15:07:47.560" v="106" actId="478"/>
          <ac:spMkLst>
            <pc:docMk/>
            <pc:sldMk cId="84381391" sldId="256"/>
            <ac:spMk id="5" creationId="{3CA08565-9AEC-0075-22EA-2910DF066A30}"/>
          </ac:spMkLst>
        </pc:spChg>
        <pc:spChg chg="add del mod">
          <ac:chgData name="Mathilde MEZENTZEFF" userId="77144a29-6f27-44f0-b833-1143c73699ea" providerId="ADAL" clId="{D4D0ECA5-DF82-5BA4-9055-F47F6B77EA9F}" dt="2026-01-21T15:07:55.865" v="110" actId="478"/>
          <ac:spMkLst>
            <pc:docMk/>
            <pc:sldMk cId="84381391" sldId="256"/>
            <ac:spMk id="6" creationId="{FC153DF9-FA24-100D-E5D9-D1E3A202906A}"/>
          </ac:spMkLst>
        </pc:spChg>
        <pc:spChg chg="add">
          <ac:chgData name="Mathilde MEZENTZEFF" userId="77144a29-6f27-44f0-b833-1143c73699ea" providerId="ADAL" clId="{D4D0ECA5-DF82-5BA4-9055-F47F6B77EA9F}" dt="2026-01-21T15:07:48.287" v="107"/>
          <ac:spMkLst>
            <pc:docMk/>
            <pc:sldMk cId="84381391" sldId="256"/>
            <ac:spMk id="7" creationId="{65B00220-E4FF-8AEC-40F3-4DFE039EDAE1}"/>
          </ac:spMkLst>
        </pc:spChg>
        <pc:spChg chg="add del mod">
          <ac:chgData name="Mathilde MEZENTZEFF" userId="77144a29-6f27-44f0-b833-1143c73699ea" providerId="ADAL" clId="{D4D0ECA5-DF82-5BA4-9055-F47F6B77EA9F}" dt="2026-01-21T15:11:28.041" v="131" actId="478"/>
          <ac:spMkLst>
            <pc:docMk/>
            <pc:sldMk cId="84381391" sldId="256"/>
            <ac:spMk id="9" creationId="{E771C8C7-B04A-D0EB-351D-EF5D83F23952}"/>
          </ac:spMkLst>
        </pc:spChg>
        <pc:spChg chg="add mod">
          <ac:chgData name="Mathilde MEZENTZEFF" userId="77144a29-6f27-44f0-b833-1143c73699ea" providerId="ADAL" clId="{D4D0ECA5-DF82-5BA4-9055-F47F6B77EA9F}" dt="2026-01-21T15:11:17.038" v="128"/>
          <ac:spMkLst>
            <pc:docMk/>
            <pc:sldMk cId="84381391" sldId="256"/>
            <ac:spMk id="10" creationId="{D8EA399B-C642-6998-D33A-E17C0AC7A511}"/>
          </ac:spMkLst>
        </pc:spChg>
        <pc:spChg chg="add mod">
          <ac:chgData name="Mathilde MEZENTZEFF" userId="77144a29-6f27-44f0-b833-1143c73699ea" providerId="ADAL" clId="{D4D0ECA5-DF82-5BA4-9055-F47F6B77EA9F}" dt="2026-01-21T15:11:29.624" v="132"/>
          <ac:spMkLst>
            <pc:docMk/>
            <pc:sldMk cId="84381391" sldId="256"/>
            <ac:spMk id="11" creationId="{D7009F88-5FB8-42DA-809D-282CAB34E11B}"/>
          </ac:spMkLst>
        </pc:spChg>
        <pc:grpChg chg="mod">
          <ac:chgData name="Mathilde MEZENTZEFF" userId="77144a29-6f27-44f0-b833-1143c73699ea" providerId="ADAL" clId="{D4D0ECA5-DF82-5BA4-9055-F47F6B77EA9F}" dt="2026-01-21T16:14:51.871" v="1116" actId="14100"/>
          <ac:grpSpMkLst>
            <pc:docMk/>
            <pc:sldMk cId="84381391" sldId="256"/>
            <ac:grpSpMk id="7" creationId="{E58095E9-0396-2769-D774-6A437F11A03F}"/>
          </ac:grpSpMkLst>
        </pc:grpChg>
        <pc:grpChg chg="add mod">
          <ac:chgData name="Mathilde MEZENTZEFF" userId="77144a29-6f27-44f0-b833-1143c73699ea" providerId="ADAL" clId="{D4D0ECA5-DF82-5BA4-9055-F47F6B77EA9F}" dt="2026-01-21T16:14:31.068" v="1111" actId="1076"/>
          <ac:grpSpMkLst>
            <pc:docMk/>
            <pc:sldMk cId="84381391" sldId="256"/>
            <ac:grpSpMk id="14" creationId="{23A2D8DA-3824-69BA-6311-E620F4278237}"/>
          </ac:grpSpMkLst>
        </pc:grpChg>
        <pc:picChg chg="add mod">
          <ac:chgData name="Mathilde MEZENTZEFF" userId="77144a29-6f27-44f0-b833-1143c73699ea" providerId="ADAL" clId="{D4D0ECA5-DF82-5BA4-9055-F47F6B77EA9F}" dt="2026-01-21T16:34:31.180" v="1273" actId="1076"/>
          <ac:picMkLst>
            <pc:docMk/>
            <pc:sldMk cId="84381391" sldId="256"/>
            <ac:picMk id="8" creationId="{91A60302-A072-2859-147A-1D2557226314}"/>
          </ac:picMkLst>
        </pc:picChg>
        <pc:picChg chg="mod">
          <ac:chgData name="Mathilde MEZENTZEFF" userId="77144a29-6f27-44f0-b833-1143c73699ea" providerId="ADAL" clId="{D4D0ECA5-DF82-5BA4-9055-F47F6B77EA9F}" dt="2026-01-21T16:14:31.068" v="1111" actId="1076"/>
          <ac:picMkLst>
            <pc:docMk/>
            <pc:sldMk cId="84381391" sldId="256"/>
            <ac:picMk id="13" creationId="{950ACDD7-A3A0-BA9B-E37F-30374C031FC1}"/>
          </ac:picMkLst>
        </pc:picChg>
      </pc:sldChg>
      <pc:sldChg chg="addSp modSp new add del mod">
        <pc:chgData name="Mathilde MEZENTZEFF" userId="77144a29-6f27-44f0-b833-1143c73699ea" providerId="ADAL" clId="{D4D0ECA5-DF82-5BA4-9055-F47F6B77EA9F}" dt="2026-01-21T16:04:30.147" v="1036" actId="2696"/>
        <pc:sldMkLst>
          <pc:docMk/>
          <pc:sldMk cId="1882968334" sldId="257"/>
        </pc:sldMkLst>
        <pc:spChg chg="add mod">
          <ac:chgData name="Mathilde MEZENTZEFF" userId="77144a29-6f27-44f0-b833-1143c73699ea" providerId="ADAL" clId="{D4D0ECA5-DF82-5BA4-9055-F47F6B77EA9F}" dt="2026-01-21T14:18:01.498" v="103" actId="20577"/>
          <ac:spMkLst>
            <pc:docMk/>
            <pc:sldMk cId="1882968334" sldId="257"/>
            <ac:spMk id="2" creationId="{76C7AA8F-5B52-09EC-BB42-C63C5034EC3C}"/>
          </ac:spMkLst>
        </pc:spChg>
      </pc:sldChg>
      <pc:sldChg chg="delSp modSp add del mod">
        <pc:chgData name="Mathilde MEZENTZEFF" userId="77144a29-6f27-44f0-b833-1143c73699ea" providerId="ADAL" clId="{D4D0ECA5-DF82-5BA4-9055-F47F6B77EA9F}" dt="2026-01-21T16:04:06.558" v="1029" actId="2696"/>
        <pc:sldMkLst>
          <pc:docMk/>
          <pc:sldMk cId="2613005670" sldId="258"/>
        </pc:sldMkLst>
        <pc:spChg chg="mod">
          <ac:chgData name="Mathilde MEZENTZEFF" userId="77144a29-6f27-44f0-b833-1143c73699ea" providerId="ADAL" clId="{D4D0ECA5-DF82-5BA4-9055-F47F6B77EA9F}" dt="2026-01-21T14:15:41.095" v="58" actId="27636"/>
          <ac:spMkLst>
            <pc:docMk/>
            <pc:sldMk cId="2613005670" sldId="258"/>
            <ac:spMk id="2" creationId="{590BDA52-63B2-E1CF-01F9-5FB98D391BEF}"/>
          </ac:spMkLst>
        </pc:spChg>
        <pc:spChg chg="mod">
          <ac:chgData name="Mathilde MEZENTZEFF" userId="77144a29-6f27-44f0-b833-1143c73699ea" providerId="ADAL" clId="{D4D0ECA5-DF82-5BA4-9055-F47F6B77EA9F}" dt="2026-01-21T14:17:03.432" v="100" actId="20577"/>
          <ac:spMkLst>
            <pc:docMk/>
            <pc:sldMk cId="2613005670" sldId="258"/>
            <ac:spMk id="5" creationId="{00E585EB-CA0A-E36B-46E4-6B022DFE29C2}"/>
          </ac:spMkLst>
        </pc:spChg>
        <pc:spChg chg="del">
          <ac:chgData name="Mathilde MEZENTZEFF" userId="77144a29-6f27-44f0-b833-1143c73699ea" providerId="ADAL" clId="{D4D0ECA5-DF82-5BA4-9055-F47F6B77EA9F}" dt="2026-01-21T14:16:58.006" v="99" actId="478"/>
          <ac:spMkLst>
            <pc:docMk/>
            <pc:sldMk cId="2613005670" sldId="258"/>
            <ac:spMk id="6" creationId="{005F1BA3-0D01-5C05-B64F-D93D35FC2C37}"/>
          </ac:spMkLst>
        </pc:spChg>
      </pc:sldChg>
      <pc:sldChg chg="add del">
        <pc:chgData name="Mathilde MEZENTZEFF" userId="77144a29-6f27-44f0-b833-1143c73699ea" providerId="ADAL" clId="{D4D0ECA5-DF82-5BA4-9055-F47F6B77EA9F}" dt="2026-01-21T16:04:07.237" v="1030" actId="2696"/>
        <pc:sldMkLst>
          <pc:docMk/>
          <pc:sldMk cId="1855718408" sldId="259"/>
        </pc:sldMkLst>
      </pc:sldChg>
      <pc:sldChg chg="modSp add del mod">
        <pc:chgData name="Mathilde MEZENTZEFF" userId="77144a29-6f27-44f0-b833-1143c73699ea" providerId="ADAL" clId="{D4D0ECA5-DF82-5BA4-9055-F47F6B77EA9F}" dt="2026-01-21T16:04:07.938" v="1031" actId="2696"/>
        <pc:sldMkLst>
          <pc:docMk/>
          <pc:sldMk cId="3622213560" sldId="260"/>
        </pc:sldMkLst>
        <pc:spChg chg="mod">
          <ac:chgData name="Mathilde MEZENTZEFF" userId="77144a29-6f27-44f0-b833-1143c73699ea" providerId="ADAL" clId="{D4D0ECA5-DF82-5BA4-9055-F47F6B77EA9F}" dt="2026-01-21T14:18:11.526" v="105" actId="20577"/>
          <ac:spMkLst>
            <pc:docMk/>
            <pc:sldMk cId="3622213560" sldId="260"/>
            <ac:spMk id="2" creationId="{D8107A3B-6B4B-5EAB-1781-9F9FA5B99B16}"/>
          </ac:spMkLst>
        </pc:spChg>
      </pc:sldChg>
      <pc:sldChg chg="addSp delSp modSp add mod">
        <pc:chgData name="Mathilde MEZENTZEFF" userId="77144a29-6f27-44f0-b833-1143c73699ea" providerId="ADAL" clId="{D4D0ECA5-DF82-5BA4-9055-F47F6B77EA9F}" dt="2026-01-21T16:11:14.866" v="1094" actId="1076"/>
        <pc:sldMkLst>
          <pc:docMk/>
          <pc:sldMk cId="2439485539" sldId="261"/>
        </pc:sldMkLst>
        <pc:spChg chg="del mod">
          <ac:chgData name="Mathilde MEZENTZEFF" userId="77144a29-6f27-44f0-b833-1143c73699ea" providerId="ADAL" clId="{D4D0ECA5-DF82-5BA4-9055-F47F6B77EA9F}" dt="2026-01-21T15:30:21.284" v="212" actId="478"/>
          <ac:spMkLst>
            <pc:docMk/>
            <pc:sldMk cId="2439485539" sldId="261"/>
            <ac:spMk id="2" creationId="{63BCC975-87A9-C17C-C97E-D0BDE5F7ADFD}"/>
          </ac:spMkLst>
        </pc:spChg>
        <pc:spChg chg="add">
          <ac:chgData name="Mathilde MEZENTZEFF" userId="77144a29-6f27-44f0-b833-1143c73699ea" providerId="ADAL" clId="{D4D0ECA5-DF82-5BA4-9055-F47F6B77EA9F}" dt="2026-01-21T15:09:06.454" v="114"/>
          <ac:spMkLst>
            <pc:docMk/>
            <pc:sldMk cId="2439485539" sldId="261"/>
            <ac:spMk id="3" creationId="{ED3E67AE-EEC6-5919-B68F-27FDAB520100}"/>
          </ac:spMkLst>
        </pc:spChg>
        <pc:spChg chg="add del mod">
          <ac:chgData name="Mathilde MEZENTZEFF" userId="77144a29-6f27-44f0-b833-1143c73699ea" providerId="ADAL" clId="{D4D0ECA5-DF82-5BA4-9055-F47F6B77EA9F}" dt="2026-01-21T15:30:22.920" v="214" actId="478"/>
          <ac:spMkLst>
            <pc:docMk/>
            <pc:sldMk cId="2439485539" sldId="261"/>
            <ac:spMk id="7" creationId="{2623C9E2-23AE-F3E0-AF3F-70E1003336BF}"/>
          </ac:spMkLst>
        </pc:spChg>
        <pc:spChg chg="add mod">
          <ac:chgData name="Mathilde MEZENTZEFF" userId="77144a29-6f27-44f0-b833-1143c73699ea" providerId="ADAL" clId="{D4D0ECA5-DF82-5BA4-9055-F47F6B77EA9F}" dt="2026-01-21T15:31:55.635" v="291" actId="1076"/>
          <ac:spMkLst>
            <pc:docMk/>
            <pc:sldMk cId="2439485539" sldId="261"/>
            <ac:spMk id="9" creationId="{847887A4-93C8-5BC8-3E32-F377C61331AA}"/>
          </ac:spMkLst>
        </pc:spChg>
        <pc:spChg chg="add del mod">
          <ac:chgData name="Mathilde MEZENTZEFF" userId="77144a29-6f27-44f0-b833-1143c73699ea" providerId="ADAL" clId="{D4D0ECA5-DF82-5BA4-9055-F47F6B77EA9F}" dt="2026-01-21T15:36:55.851" v="333"/>
          <ac:spMkLst>
            <pc:docMk/>
            <pc:sldMk cId="2439485539" sldId="261"/>
            <ac:spMk id="10" creationId="{50AE4F29-988E-2191-F45E-BC9368BF09CA}"/>
          </ac:spMkLst>
        </pc:spChg>
        <pc:spChg chg="add mod">
          <ac:chgData name="Mathilde MEZENTZEFF" userId="77144a29-6f27-44f0-b833-1143c73699ea" providerId="ADAL" clId="{D4D0ECA5-DF82-5BA4-9055-F47F6B77EA9F}" dt="2026-01-21T15:38:49.734" v="441" actId="20577"/>
          <ac:spMkLst>
            <pc:docMk/>
            <pc:sldMk cId="2439485539" sldId="261"/>
            <ac:spMk id="11" creationId="{D2B4B636-3B72-EF41-8C04-27D18D61DEF1}"/>
          </ac:spMkLst>
        </pc:spChg>
        <pc:spChg chg="add mod">
          <ac:chgData name="Mathilde MEZENTZEFF" userId="77144a29-6f27-44f0-b833-1143c73699ea" providerId="ADAL" clId="{D4D0ECA5-DF82-5BA4-9055-F47F6B77EA9F}" dt="2026-01-21T15:39:52.912" v="479" actId="1076"/>
          <ac:spMkLst>
            <pc:docMk/>
            <pc:sldMk cId="2439485539" sldId="261"/>
            <ac:spMk id="12" creationId="{09E145DD-129D-9C52-ED1A-3B285351AB9B}"/>
          </ac:spMkLst>
        </pc:spChg>
        <pc:spChg chg="add mod">
          <ac:chgData name="Mathilde MEZENTZEFF" userId="77144a29-6f27-44f0-b833-1143c73699ea" providerId="ADAL" clId="{D4D0ECA5-DF82-5BA4-9055-F47F6B77EA9F}" dt="2026-01-21T15:40:49.672" v="524" actId="1076"/>
          <ac:spMkLst>
            <pc:docMk/>
            <pc:sldMk cId="2439485539" sldId="261"/>
            <ac:spMk id="17" creationId="{D3212742-6911-3D02-EDA0-74F1EC91D8F8}"/>
          </ac:spMkLst>
        </pc:spChg>
        <pc:spChg chg="add mod">
          <ac:chgData name="Mathilde MEZENTZEFF" userId="77144a29-6f27-44f0-b833-1143c73699ea" providerId="ADAL" clId="{D4D0ECA5-DF82-5BA4-9055-F47F6B77EA9F}" dt="2026-01-21T15:41:24.676" v="570" actId="1076"/>
          <ac:spMkLst>
            <pc:docMk/>
            <pc:sldMk cId="2439485539" sldId="261"/>
            <ac:spMk id="18" creationId="{4EBDA3B5-99A8-952B-9711-A32313A3E4A9}"/>
          </ac:spMkLst>
        </pc:spChg>
        <pc:picChg chg="add mod modCrop">
          <ac:chgData name="Mathilde MEZENTZEFF" userId="77144a29-6f27-44f0-b833-1143c73699ea" providerId="ADAL" clId="{D4D0ECA5-DF82-5BA4-9055-F47F6B77EA9F}" dt="2026-01-21T16:11:14.866" v="1094" actId="1076"/>
          <ac:picMkLst>
            <pc:docMk/>
            <pc:sldMk cId="2439485539" sldId="261"/>
            <ac:picMk id="4" creationId="{391C8DC1-8F54-EFE6-D35F-D9F8F380A232}"/>
          </ac:picMkLst>
        </pc:picChg>
        <pc:picChg chg="del">
          <ac:chgData name="Mathilde MEZENTZEFF" userId="77144a29-6f27-44f0-b833-1143c73699ea" providerId="ADAL" clId="{D4D0ECA5-DF82-5BA4-9055-F47F6B77EA9F}" dt="2026-01-21T15:09:06.021" v="113" actId="478"/>
          <ac:picMkLst>
            <pc:docMk/>
            <pc:sldMk cId="2439485539" sldId="261"/>
            <ac:picMk id="8" creationId="{64234623-5ECB-41D3-B582-921DBCC52EDD}"/>
          </ac:picMkLst>
        </pc:picChg>
        <pc:picChg chg="add mod">
          <ac:chgData name="Mathilde MEZENTZEFF" userId="77144a29-6f27-44f0-b833-1143c73699ea" providerId="ADAL" clId="{D4D0ECA5-DF82-5BA4-9055-F47F6B77EA9F}" dt="2026-01-21T15:39:49.512" v="478" actId="1076"/>
          <ac:picMkLst>
            <pc:docMk/>
            <pc:sldMk cId="2439485539" sldId="261"/>
            <ac:picMk id="14" creationId="{5B716C1F-9C89-D95E-3CE6-78BF11D72C7A}"/>
          </ac:picMkLst>
        </pc:picChg>
        <pc:picChg chg="add mod">
          <ac:chgData name="Mathilde MEZENTZEFF" userId="77144a29-6f27-44f0-b833-1143c73699ea" providerId="ADAL" clId="{D4D0ECA5-DF82-5BA4-9055-F47F6B77EA9F}" dt="2026-01-21T15:40:11.375" v="482" actId="1076"/>
          <ac:picMkLst>
            <pc:docMk/>
            <pc:sldMk cId="2439485539" sldId="261"/>
            <ac:picMk id="16" creationId="{D81D737D-3016-3DD7-41E0-93783E7BB914}"/>
          </ac:picMkLst>
        </pc:picChg>
      </pc:sldChg>
      <pc:sldChg chg="addSp delSp modSp add mod modNotesTx">
        <pc:chgData name="Mathilde MEZENTZEFF" userId="77144a29-6f27-44f0-b833-1143c73699ea" providerId="ADAL" clId="{D4D0ECA5-DF82-5BA4-9055-F47F6B77EA9F}" dt="2026-01-21T17:09:20.229" v="1369" actId="20577"/>
        <pc:sldMkLst>
          <pc:docMk/>
          <pc:sldMk cId="196631990" sldId="262"/>
        </pc:sldMkLst>
        <pc:spChg chg="del mod">
          <ac:chgData name="Mathilde MEZENTZEFF" userId="77144a29-6f27-44f0-b833-1143c73699ea" providerId="ADAL" clId="{D4D0ECA5-DF82-5BA4-9055-F47F6B77EA9F}" dt="2026-01-21T15:31:46.095" v="289" actId="478"/>
          <ac:spMkLst>
            <pc:docMk/>
            <pc:sldMk cId="196631990" sldId="262"/>
            <ac:spMk id="2" creationId="{7F90DE7C-0B07-5EE7-1552-B17263E019AC}"/>
          </ac:spMkLst>
        </pc:spChg>
        <pc:spChg chg="add">
          <ac:chgData name="Mathilde MEZENTZEFF" userId="77144a29-6f27-44f0-b833-1143c73699ea" providerId="ADAL" clId="{D4D0ECA5-DF82-5BA4-9055-F47F6B77EA9F}" dt="2026-01-21T15:10:03.081" v="119"/>
          <ac:spMkLst>
            <pc:docMk/>
            <pc:sldMk cId="196631990" sldId="262"/>
            <ac:spMk id="3" creationId="{CF1785CF-A1CB-2EDD-1DDF-D6EC1095F7C9}"/>
          </ac:spMkLst>
        </pc:spChg>
        <pc:spChg chg="add del mod">
          <ac:chgData name="Mathilde MEZENTZEFF" userId="77144a29-6f27-44f0-b833-1143c73699ea" providerId="ADAL" clId="{D4D0ECA5-DF82-5BA4-9055-F47F6B77EA9F}" dt="2026-01-21T15:11:21.284" v="130"/>
          <ac:spMkLst>
            <pc:docMk/>
            <pc:sldMk cId="196631990" sldId="262"/>
            <ac:spMk id="6" creationId="{187FD1DF-B949-4DB5-F48F-9B24BAD77F7B}"/>
          </ac:spMkLst>
        </pc:spChg>
        <pc:spChg chg="add del mod">
          <ac:chgData name="Mathilde MEZENTZEFF" userId="77144a29-6f27-44f0-b833-1143c73699ea" providerId="ADAL" clId="{D4D0ECA5-DF82-5BA4-9055-F47F6B77EA9F}" dt="2026-01-21T15:11:09.312" v="126" actId="478"/>
          <ac:spMkLst>
            <pc:docMk/>
            <pc:sldMk cId="196631990" sldId="262"/>
            <ac:spMk id="7" creationId="{6D0B8FE2-ADF4-09B9-CA02-EB1750820CD7}"/>
          </ac:spMkLst>
        </pc:spChg>
        <pc:spChg chg="add mod">
          <ac:chgData name="Mathilde MEZENTZEFF" userId="77144a29-6f27-44f0-b833-1143c73699ea" providerId="ADAL" clId="{D4D0ECA5-DF82-5BA4-9055-F47F6B77EA9F}" dt="2026-01-21T15:31:50.452" v="290"/>
          <ac:spMkLst>
            <pc:docMk/>
            <pc:sldMk cId="196631990" sldId="262"/>
            <ac:spMk id="11" creationId="{5732DEE3-64D7-7E99-F742-C4336890E8A2}"/>
          </ac:spMkLst>
        </pc:spChg>
        <pc:spChg chg="add mod">
          <ac:chgData name="Mathilde MEZENTZEFF" userId="77144a29-6f27-44f0-b833-1143c73699ea" providerId="ADAL" clId="{D4D0ECA5-DF82-5BA4-9055-F47F6B77EA9F}" dt="2026-01-21T15:50:55.466" v="693" actId="20577"/>
          <ac:spMkLst>
            <pc:docMk/>
            <pc:sldMk cId="196631990" sldId="262"/>
            <ac:spMk id="12" creationId="{AC2305C1-0F03-D5ED-99B4-9273046CB2C6}"/>
          </ac:spMkLst>
        </pc:spChg>
        <pc:spChg chg="add mod">
          <ac:chgData name="Mathilde MEZENTZEFF" userId="77144a29-6f27-44f0-b833-1143c73699ea" providerId="ADAL" clId="{D4D0ECA5-DF82-5BA4-9055-F47F6B77EA9F}" dt="2026-01-21T15:50:36.972" v="679" actId="1076"/>
          <ac:spMkLst>
            <pc:docMk/>
            <pc:sldMk cId="196631990" sldId="262"/>
            <ac:spMk id="13" creationId="{4F11D17A-3574-473F-53E5-D00D0C5359AF}"/>
          </ac:spMkLst>
        </pc:spChg>
        <pc:grpChg chg="add mod">
          <ac:chgData name="Mathilde MEZENTZEFF" userId="77144a29-6f27-44f0-b833-1143c73699ea" providerId="ADAL" clId="{D4D0ECA5-DF82-5BA4-9055-F47F6B77EA9F}" dt="2026-01-21T15:50:31.666" v="678" actId="1076"/>
          <ac:grpSpMkLst>
            <pc:docMk/>
            <pc:sldMk cId="196631990" sldId="262"/>
            <ac:grpSpMk id="10" creationId="{E49A06DF-9FCA-B865-FC79-20F296D9146C}"/>
          </ac:grpSpMkLst>
        </pc:grpChg>
        <pc:picChg chg="del">
          <ac:chgData name="Mathilde MEZENTZEFF" userId="77144a29-6f27-44f0-b833-1143c73699ea" providerId="ADAL" clId="{D4D0ECA5-DF82-5BA4-9055-F47F6B77EA9F}" dt="2026-01-21T15:10:02.443" v="118" actId="478"/>
          <ac:picMkLst>
            <pc:docMk/>
            <pc:sldMk cId="196631990" sldId="262"/>
            <ac:picMk id="4" creationId="{E518A9C8-903D-E401-E127-32C3A51FD7FF}"/>
          </ac:picMkLst>
        </pc:picChg>
        <pc:picChg chg="add mod">
          <ac:chgData name="Mathilde MEZENTZEFF" userId="77144a29-6f27-44f0-b833-1143c73699ea" providerId="ADAL" clId="{D4D0ECA5-DF82-5BA4-9055-F47F6B77EA9F}" dt="2026-01-21T15:13:42.134" v="139" actId="164"/>
          <ac:picMkLst>
            <pc:docMk/>
            <pc:sldMk cId="196631990" sldId="262"/>
            <ac:picMk id="5" creationId="{41B90571-FEED-A98C-109E-1D39CA46BD16}"/>
          </ac:picMkLst>
        </pc:picChg>
        <pc:picChg chg="add mod">
          <ac:chgData name="Mathilde MEZENTZEFF" userId="77144a29-6f27-44f0-b833-1143c73699ea" providerId="ADAL" clId="{D4D0ECA5-DF82-5BA4-9055-F47F6B77EA9F}" dt="2026-01-21T15:13:42.134" v="139" actId="164"/>
          <ac:picMkLst>
            <pc:docMk/>
            <pc:sldMk cId="196631990" sldId="262"/>
            <ac:picMk id="9" creationId="{CAFBFBD8-DA73-FDE2-B6B7-30CEB940C303}"/>
          </ac:picMkLst>
        </pc:picChg>
      </pc:sldChg>
      <pc:sldChg chg="addSp delSp modSp add mod">
        <pc:chgData name="Mathilde MEZENTZEFF" userId="77144a29-6f27-44f0-b833-1143c73699ea" providerId="ADAL" clId="{D4D0ECA5-DF82-5BA4-9055-F47F6B77EA9F}" dt="2026-01-21T15:53:52.625" v="800" actId="1076"/>
        <pc:sldMkLst>
          <pc:docMk/>
          <pc:sldMk cId="573171867" sldId="263"/>
        </pc:sldMkLst>
        <pc:spChg chg="add">
          <ac:chgData name="Mathilde MEZENTZEFF" userId="77144a29-6f27-44f0-b833-1143c73699ea" providerId="ADAL" clId="{D4D0ECA5-DF82-5BA4-9055-F47F6B77EA9F}" dt="2026-01-21T15:15:25.925" v="144"/>
          <ac:spMkLst>
            <pc:docMk/>
            <pc:sldMk cId="573171867" sldId="263"/>
            <ac:spMk id="3" creationId="{B0AFECC3-0627-6443-3881-9991C33F58E9}"/>
          </ac:spMkLst>
        </pc:spChg>
        <pc:spChg chg="add mod">
          <ac:chgData name="Mathilde MEZENTZEFF" userId="77144a29-6f27-44f0-b833-1143c73699ea" providerId="ADAL" clId="{D4D0ECA5-DF82-5BA4-9055-F47F6B77EA9F}" dt="2026-01-21T15:52:25.312" v="797" actId="1076"/>
          <ac:spMkLst>
            <pc:docMk/>
            <pc:sldMk cId="573171867" sldId="263"/>
            <ac:spMk id="6" creationId="{C8A25698-6752-5FE6-AECC-B67030CD6DFD}"/>
          </ac:spMkLst>
        </pc:spChg>
        <pc:spChg chg="add mod">
          <ac:chgData name="Mathilde MEZENTZEFF" userId="77144a29-6f27-44f0-b833-1143c73699ea" providerId="ADAL" clId="{D4D0ECA5-DF82-5BA4-9055-F47F6B77EA9F}" dt="2026-01-21T15:53:52.625" v="800" actId="1076"/>
          <ac:spMkLst>
            <pc:docMk/>
            <pc:sldMk cId="573171867" sldId="263"/>
            <ac:spMk id="7" creationId="{CF7FA98D-21E8-B4B5-8802-49B59E7C37DE}"/>
          </ac:spMkLst>
        </pc:spChg>
        <pc:grpChg chg="del">
          <ac:chgData name="Mathilde MEZENTZEFF" userId="77144a29-6f27-44f0-b833-1143c73699ea" providerId="ADAL" clId="{D4D0ECA5-DF82-5BA4-9055-F47F6B77EA9F}" dt="2026-01-21T15:15:24.903" v="143" actId="478"/>
          <ac:grpSpMkLst>
            <pc:docMk/>
            <pc:sldMk cId="573171867" sldId="263"/>
            <ac:grpSpMk id="10" creationId="{183F2E94-1D80-7051-31B9-9E0FB4A81CAC}"/>
          </ac:grpSpMkLst>
        </pc:grpChg>
        <pc:picChg chg="add mod">
          <ac:chgData name="Mathilde MEZENTZEFF" userId="77144a29-6f27-44f0-b833-1143c73699ea" providerId="ADAL" clId="{D4D0ECA5-DF82-5BA4-9055-F47F6B77EA9F}" dt="2026-01-21T15:52:30.649" v="798" actId="1076"/>
          <ac:picMkLst>
            <pc:docMk/>
            <pc:sldMk cId="573171867" sldId="263"/>
            <ac:picMk id="4" creationId="{EE3C5422-69BD-DAC3-8BFD-DC6C54D43497}"/>
          </ac:picMkLst>
        </pc:picChg>
      </pc:sldChg>
      <pc:sldChg chg="addSp delSp modSp add mod">
        <pc:chgData name="Mathilde MEZENTZEFF" userId="77144a29-6f27-44f0-b833-1143c73699ea" providerId="ADAL" clId="{D4D0ECA5-DF82-5BA4-9055-F47F6B77EA9F}" dt="2026-01-21T15:16:18.167" v="150" actId="1076"/>
        <pc:sldMkLst>
          <pc:docMk/>
          <pc:sldMk cId="458414059" sldId="264"/>
        </pc:sldMkLst>
        <pc:spChg chg="add">
          <ac:chgData name="Mathilde MEZENTZEFF" userId="77144a29-6f27-44f0-b833-1143c73699ea" providerId="ADAL" clId="{D4D0ECA5-DF82-5BA4-9055-F47F6B77EA9F}" dt="2026-01-21T15:16:14.655" v="148"/>
          <ac:spMkLst>
            <pc:docMk/>
            <pc:sldMk cId="458414059" sldId="264"/>
            <ac:spMk id="3" creationId="{947A76DA-EB19-02E0-2AB7-EED13ACFB543}"/>
          </ac:spMkLst>
        </pc:spChg>
        <pc:grpChg chg="del">
          <ac:chgData name="Mathilde MEZENTZEFF" userId="77144a29-6f27-44f0-b833-1143c73699ea" providerId="ADAL" clId="{D4D0ECA5-DF82-5BA4-9055-F47F6B77EA9F}" dt="2026-01-21T15:16:13.285" v="147" actId="478"/>
          <ac:grpSpMkLst>
            <pc:docMk/>
            <pc:sldMk cId="458414059" sldId="264"/>
            <ac:grpSpMk id="10" creationId="{4FDA9CB9-EE86-B8F2-9DAA-8532D819E215}"/>
          </ac:grpSpMkLst>
        </pc:grpChg>
        <pc:picChg chg="add mod">
          <ac:chgData name="Mathilde MEZENTZEFF" userId="77144a29-6f27-44f0-b833-1143c73699ea" providerId="ADAL" clId="{D4D0ECA5-DF82-5BA4-9055-F47F6B77EA9F}" dt="2026-01-21T15:16:18.167" v="150" actId="1076"/>
          <ac:picMkLst>
            <pc:docMk/>
            <pc:sldMk cId="458414059" sldId="264"/>
            <ac:picMk id="4" creationId="{F31E3AC6-53D6-C597-6C19-EABD2993121F}"/>
          </ac:picMkLst>
        </pc:picChg>
      </pc:sldChg>
      <pc:sldChg chg="addSp delSp modSp add mod">
        <pc:chgData name="Mathilde MEZENTZEFF" userId="77144a29-6f27-44f0-b833-1143c73699ea" providerId="ADAL" clId="{D4D0ECA5-DF82-5BA4-9055-F47F6B77EA9F}" dt="2026-01-21T15:20:16.571" v="171" actId="1076"/>
        <pc:sldMkLst>
          <pc:docMk/>
          <pc:sldMk cId="2030794515" sldId="265"/>
        </pc:sldMkLst>
        <pc:spChg chg="add">
          <ac:chgData name="Mathilde MEZENTZEFF" userId="77144a29-6f27-44f0-b833-1143c73699ea" providerId="ADAL" clId="{D4D0ECA5-DF82-5BA4-9055-F47F6B77EA9F}" dt="2026-01-21T15:20:09.919" v="168"/>
          <ac:spMkLst>
            <pc:docMk/>
            <pc:sldMk cId="2030794515" sldId="265"/>
            <ac:spMk id="3" creationId="{4B188A64-9EC5-301A-982B-58B754A96293}"/>
          </ac:spMkLst>
        </pc:spChg>
        <pc:grpChg chg="del">
          <ac:chgData name="Mathilde MEZENTZEFF" userId="77144a29-6f27-44f0-b833-1143c73699ea" providerId="ADAL" clId="{D4D0ECA5-DF82-5BA4-9055-F47F6B77EA9F}" dt="2026-01-21T15:20:09.342" v="167" actId="478"/>
          <ac:grpSpMkLst>
            <pc:docMk/>
            <pc:sldMk cId="2030794515" sldId="265"/>
            <ac:grpSpMk id="10" creationId="{B4D2FF35-458B-D8B2-36C7-12DAE1E8B1A7}"/>
          </ac:grpSpMkLst>
        </pc:grpChg>
        <pc:picChg chg="add mod">
          <ac:chgData name="Mathilde MEZENTZEFF" userId="77144a29-6f27-44f0-b833-1143c73699ea" providerId="ADAL" clId="{D4D0ECA5-DF82-5BA4-9055-F47F6B77EA9F}" dt="2026-01-21T15:20:16.571" v="171" actId="1076"/>
          <ac:picMkLst>
            <pc:docMk/>
            <pc:sldMk cId="2030794515" sldId="265"/>
            <ac:picMk id="4" creationId="{B83149E7-9171-5ECE-318D-3CE96A334648}"/>
          </ac:picMkLst>
        </pc:picChg>
      </pc:sldChg>
      <pc:sldChg chg="addSp delSp modSp add mod modNotesTx">
        <pc:chgData name="Mathilde MEZENTZEFF" userId="77144a29-6f27-44f0-b833-1143c73699ea" providerId="ADAL" clId="{D4D0ECA5-DF82-5BA4-9055-F47F6B77EA9F}" dt="2026-01-21T16:33:25.128" v="1271" actId="1076"/>
        <pc:sldMkLst>
          <pc:docMk/>
          <pc:sldMk cId="3935669194" sldId="266"/>
        </pc:sldMkLst>
        <pc:spChg chg="mod">
          <ac:chgData name="Mathilde MEZENTZEFF" userId="77144a29-6f27-44f0-b833-1143c73699ea" providerId="ADAL" clId="{D4D0ECA5-DF82-5BA4-9055-F47F6B77EA9F}" dt="2026-01-21T16:33:25.128" v="1271" actId="1076"/>
          <ac:spMkLst>
            <pc:docMk/>
            <pc:sldMk cId="3935669194" sldId="266"/>
            <ac:spMk id="2" creationId="{77C40033-491D-7823-F3EC-8A15FDCAA737}"/>
          </ac:spMkLst>
        </pc:spChg>
        <pc:spChg chg="add">
          <ac:chgData name="Mathilde MEZENTZEFF" userId="77144a29-6f27-44f0-b833-1143c73699ea" providerId="ADAL" clId="{D4D0ECA5-DF82-5BA4-9055-F47F6B77EA9F}" dt="2026-01-21T16:16:20.676" v="1128"/>
          <ac:spMkLst>
            <pc:docMk/>
            <pc:sldMk cId="3935669194" sldId="266"/>
            <ac:spMk id="4" creationId="{9F38601F-AFC5-E365-4C19-FEF497D55D17}"/>
          </ac:spMkLst>
        </pc:spChg>
        <pc:spChg chg="add">
          <ac:chgData name="Mathilde MEZENTZEFF" userId="77144a29-6f27-44f0-b833-1143c73699ea" providerId="ADAL" clId="{D4D0ECA5-DF82-5BA4-9055-F47F6B77EA9F}" dt="2026-01-21T16:17:40.536" v="1133"/>
          <ac:spMkLst>
            <pc:docMk/>
            <pc:sldMk cId="3935669194" sldId="266"/>
            <ac:spMk id="7" creationId="{284AF16C-3A20-59FD-FDD9-B331E7624235}"/>
          </ac:spMkLst>
        </pc:spChg>
        <pc:spChg chg="add">
          <ac:chgData name="Mathilde MEZENTZEFF" userId="77144a29-6f27-44f0-b833-1143c73699ea" providerId="ADAL" clId="{D4D0ECA5-DF82-5BA4-9055-F47F6B77EA9F}" dt="2026-01-21T16:19:21.762" v="1147"/>
          <ac:spMkLst>
            <pc:docMk/>
            <pc:sldMk cId="3935669194" sldId="266"/>
            <ac:spMk id="11" creationId="{8EE7F8F2-6B28-0338-6429-F29D2173832D}"/>
          </ac:spMkLst>
        </pc:spChg>
        <pc:spChg chg="add">
          <ac:chgData name="Mathilde MEZENTZEFF" userId="77144a29-6f27-44f0-b833-1143c73699ea" providerId="ADAL" clId="{D4D0ECA5-DF82-5BA4-9055-F47F6B77EA9F}" dt="2026-01-21T16:23:42.547" v="1164"/>
          <ac:spMkLst>
            <pc:docMk/>
            <pc:sldMk cId="3935669194" sldId="266"/>
            <ac:spMk id="13" creationId="{E424239A-F3E6-6D69-E7F7-112BCD84915C}"/>
          </ac:spMkLst>
        </pc:spChg>
        <pc:spChg chg="add del mod">
          <ac:chgData name="Mathilde MEZENTZEFF" userId="77144a29-6f27-44f0-b833-1143c73699ea" providerId="ADAL" clId="{D4D0ECA5-DF82-5BA4-9055-F47F6B77EA9F}" dt="2026-01-21T16:30:03.428" v="1222" actId="478"/>
          <ac:spMkLst>
            <pc:docMk/>
            <pc:sldMk cId="3935669194" sldId="266"/>
            <ac:spMk id="25" creationId="{524EDE24-9825-ABFE-997C-6AA8C044035E}"/>
          </ac:spMkLst>
        </pc:spChg>
        <pc:spChg chg="add">
          <ac:chgData name="Mathilde MEZENTZEFF" userId="77144a29-6f27-44f0-b833-1143c73699ea" providerId="ADAL" clId="{D4D0ECA5-DF82-5BA4-9055-F47F6B77EA9F}" dt="2026-01-21T16:30:09.818" v="1223"/>
          <ac:spMkLst>
            <pc:docMk/>
            <pc:sldMk cId="3935669194" sldId="266"/>
            <ac:spMk id="26" creationId="{C6AD2490-601C-55C7-B629-9286304E017F}"/>
          </ac:spMkLst>
        </pc:spChg>
        <pc:spChg chg="add">
          <ac:chgData name="Mathilde MEZENTZEFF" userId="77144a29-6f27-44f0-b833-1143c73699ea" providerId="ADAL" clId="{D4D0ECA5-DF82-5BA4-9055-F47F6B77EA9F}" dt="2026-01-21T16:32:20.666" v="1247"/>
          <ac:spMkLst>
            <pc:docMk/>
            <pc:sldMk cId="3935669194" sldId="266"/>
            <ac:spMk id="34" creationId="{8A5C959A-4331-0F89-4A4A-DC8A8F10B473}"/>
          </ac:spMkLst>
        </pc:spChg>
        <pc:grpChg chg="del">
          <ac:chgData name="Mathilde MEZENTZEFF" userId="77144a29-6f27-44f0-b833-1143c73699ea" providerId="ADAL" clId="{D4D0ECA5-DF82-5BA4-9055-F47F6B77EA9F}" dt="2026-01-21T16:16:20.009" v="1127" actId="478"/>
          <ac:grpSpMkLst>
            <pc:docMk/>
            <pc:sldMk cId="3935669194" sldId="266"/>
            <ac:grpSpMk id="10" creationId="{E83BC919-D380-75CB-1631-E94D69079022}"/>
          </ac:grpSpMkLst>
        </pc:grpChg>
        <pc:picChg chg="add mod modCrop">
          <ac:chgData name="Mathilde MEZENTZEFF" userId="77144a29-6f27-44f0-b833-1143c73699ea" providerId="ADAL" clId="{D4D0ECA5-DF82-5BA4-9055-F47F6B77EA9F}" dt="2026-01-21T16:28:25.921" v="1206" actId="1076"/>
          <ac:picMkLst>
            <pc:docMk/>
            <pc:sldMk cId="3935669194" sldId="266"/>
            <ac:picMk id="6" creationId="{75B62D90-525C-7F4C-E54D-30291821CE37}"/>
          </ac:picMkLst>
        </pc:picChg>
        <pc:picChg chg="add mod modCrop">
          <ac:chgData name="Mathilde MEZENTZEFF" userId="77144a29-6f27-44f0-b833-1143c73699ea" providerId="ADAL" clId="{D4D0ECA5-DF82-5BA4-9055-F47F6B77EA9F}" dt="2026-01-21T16:20:39.531" v="1162" actId="1076"/>
          <ac:picMkLst>
            <pc:docMk/>
            <pc:sldMk cId="3935669194" sldId="266"/>
            <ac:picMk id="8" creationId="{B38F3D49-CE31-C19F-B1A7-24E88F95F4F6}"/>
          </ac:picMkLst>
        </pc:picChg>
        <pc:picChg chg="add del mod">
          <ac:chgData name="Mathilde MEZENTZEFF" userId="77144a29-6f27-44f0-b833-1143c73699ea" providerId="ADAL" clId="{D4D0ECA5-DF82-5BA4-9055-F47F6B77EA9F}" dt="2026-01-21T16:19:32.778" v="1151" actId="478"/>
          <ac:picMkLst>
            <pc:docMk/>
            <pc:sldMk cId="3935669194" sldId="266"/>
            <ac:picMk id="12" creationId="{C17F966F-5B20-0C40-6851-29E72C3630F8}"/>
          </ac:picMkLst>
        </pc:picChg>
        <pc:picChg chg="add del mod">
          <ac:chgData name="Mathilde MEZENTZEFF" userId="77144a29-6f27-44f0-b833-1143c73699ea" providerId="ADAL" clId="{D4D0ECA5-DF82-5BA4-9055-F47F6B77EA9F}" dt="2026-01-21T16:26:58.520" v="1174" actId="478"/>
          <ac:picMkLst>
            <pc:docMk/>
            <pc:sldMk cId="3935669194" sldId="266"/>
            <ac:picMk id="14" creationId="{4FD074CE-B4FC-03DB-1ED8-CEE9156BA348}"/>
          </ac:picMkLst>
        </pc:picChg>
        <pc:picChg chg="add mod">
          <ac:chgData name="Mathilde MEZENTZEFF" userId="77144a29-6f27-44f0-b833-1143c73699ea" providerId="ADAL" clId="{D4D0ECA5-DF82-5BA4-9055-F47F6B77EA9F}" dt="2026-01-21T16:27:38.388" v="1180" actId="14100"/>
          <ac:picMkLst>
            <pc:docMk/>
            <pc:sldMk cId="3935669194" sldId="266"/>
            <ac:picMk id="16" creationId="{FDD03266-9C06-0D7B-7D29-9E67E66BC3C6}"/>
          </ac:picMkLst>
        </pc:picChg>
        <pc:picChg chg="add mod">
          <ac:chgData name="Mathilde MEZENTZEFF" userId="77144a29-6f27-44f0-b833-1143c73699ea" providerId="ADAL" clId="{D4D0ECA5-DF82-5BA4-9055-F47F6B77EA9F}" dt="2026-01-21T16:27:48.636" v="1184" actId="14100"/>
          <ac:picMkLst>
            <pc:docMk/>
            <pc:sldMk cId="3935669194" sldId="266"/>
            <ac:picMk id="18" creationId="{0B38B1D8-2F87-0A06-B116-34754F98A2E8}"/>
          </ac:picMkLst>
        </pc:picChg>
        <pc:picChg chg="add mod">
          <ac:chgData name="Mathilde MEZENTZEFF" userId="77144a29-6f27-44f0-b833-1143c73699ea" providerId="ADAL" clId="{D4D0ECA5-DF82-5BA4-9055-F47F6B77EA9F}" dt="2026-01-21T16:28:24.196" v="1204" actId="1037"/>
          <ac:picMkLst>
            <pc:docMk/>
            <pc:sldMk cId="3935669194" sldId="266"/>
            <ac:picMk id="20" creationId="{968A9C13-BCC3-27F2-4F17-1CFCA41D6369}"/>
          </ac:picMkLst>
        </pc:picChg>
        <pc:picChg chg="add mod">
          <ac:chgData name="Mathilde MEZENTZEFF" userId="77144a29-6f27-44f0-b833-1143c73699ea" providerId="ADAL" clId="{D4D0ECA5-DF82-5BA4-9055-F47F6B77EA9F}" dt="2026-01-21T16:28:55.699" v="1211" actId="14100"/>
          <ac:picMkLst>
            <pc:docMk/>
            <pc:sldMk cId="3935669194" sldId="266"/>
            <ac:picMk id="22" creationId="{48408731-76D1-70C1-A79F-9B6A7E9CA03B}"/>
          </ac:picMkLst>
        </pc:picChg>
        <pc:picChg chg="add del mod">
          <ac:chgData name="Mathilde MEZENTZEFF" userId="77144a29-6f27-44f0-b833-1143c73699ea" providerId="ADAL" clId="{D4D0ECA5-DF82-5BA4-9055-F47F6B77EA9F}" dt="2026-01-21T16:29:26.818" v="1219" actId="478"/>
          <ac:picMkLst>
            <pc:docMk/>
            <pc:sldMk cId="3935669194" sldId="266"/>
            <ac:picMk id="23" creationId="{640A36C8-502F-DE32-0DB7-A1C0B75A18E7}"/>
          </ac:picMkLst>
        </pc:picChg>
        <pc:picChg chg="add del mod">
          <ac:chgData name="Mathilde MEZENTZEFF" userId="77144a29-6f27-44f0-b833-1143c73699ea" providerId="ADAL" clId="{D4D0ECA5-DF82-5BA4-9055-F47F6B77EA9F}" dt="2026-01-21T16:30:20.587" v="1227" actId="478"/>
          <ac:picMkLst>
            <pc:docMk/>
            <pc:sldMk cId="3935669194" sldId="266"/>
            <ac:picMk id="27" creationId="{8C3301C9-F310-027A-A3C8-A06E3AA4B86B}"/>
          </ac:picMkLst>
        </pc:picChg>
        <pc:picChg chg="add mod">
          <ac:chgData name="Mathilde MEZENTZEFF" userId="77144a29-6f27-44f0-b833-1143c73699ea" providerId="ADAL" clId="{D4D0ECA5-DF82-5BA4-9055-F47F6B77EA9F}" dt="2026-01-21T16:31:12.192" v="1241" actId="1037"/>
          <ac:picMkLst>
            <pc:docMk/>
            <pc:sldMk cId="3935669194" sldId="266"/>
            <ac:picMk id="29" creationId="{D1B56E62-D2B1-F756-93E5-60F9DDCDD55D}"/>
          </ac:picMkLst>
        </pc:picChg>
        <pc:picChg chg="add mod">
          <ac:chgData name="Mathilde MEZENTZEFF" userId="77144a29-6f27-44f0-b833-1143c73699ea" providerId="ADAL" clId="{D4D0ECA5-DF82-5BA4-9055-F47F6B77EA9F}" dt="2026-01-21T16:30:58.309" v="1234" actId="14100"/>
          <ac:picMkLst>
            <pc:docMk/>
            <pc:sldMk cId="3935669194" sldId="266"/>
            <ac:picMk id="31" creationId="{28F5BEBF-56D2-B5D7-8FD0-986327C3DA7F}"/>
          </ac:picMkLst>
        </pc:picChg>
        <pc:picChg chg="add mod">
          <ac:chgData name="Mathilde MEZENTZEFF" userId="77144a29-6f27-44f0-b833-1143c73699ea" providerId="ADAL" clId="{D4D0ECA5-DF82-5BA4-9055-F47F6B77EA9F}" dt="2026-01-21T16:32:07.146" v="1246" actId="1076"/>
          <ac:picMkLst>
            <pc:docMk/>
            <pc:sldMk cId="3935669194" sldId="266"/>
            <ac:picMk id="33" creationId="{79E26854-9FF4-1FF9-2D33-69A3B73AAD27}"/>
          </ac:picMkLst>
        </pc:picChg>
        <pc:picChg chg="add del mod">
          <ac:chgData name="Mathilde MEZENTZEFF" userId="77144a29-6f27-44f0-b833-1143c73699ea" providerId="ADAL" clId="{D4D0ECA5-DF82-5BA4-9055-F47F6B77EA9F}" dt="2026-01-21T16:32:27.524" v="1250" actId="478"/>
          <ac:picMkLst>
            <pc:docMk/>
            <pc:sldMk cId="3935669194" sldId="266"/>
            <ac:picMk id="35" creationId="{CB38B72B-1B96-307F-A963-086185AC1472}"/>
          </ac:picMkLst>
        </pc:picChg>
        <pc:picChg chg="add mod">
          <ac:chgData name="Mathilde MEZENTZEFF" userId="77144a29-6f27-44f0-b833-1143c73699ea" providerId="ADAL" clId="{D4D0ECA5-DF82-5BA4-9055-F47F6B77EA9F}" dt="2026-01-21T16:32:48.988" v="1257" actId="1037"/>
          <ac:picMkLst>
            <pc:docMk/>
            <pc:sldMk cId="3935669194" sldId="266"/>
            <ac:picMk id="37" creationId="{F69779CF-1BEB-40BB-ED84-4A040EA4F14E}"/>
          </ac:picMkLst>
        </pc:picChg>
      </pc:sldChg>
      <pc:sldChg chg="addSp delSp modSp add mod ord modShow modNotesTx">
        <pc:chgData name="Mathilde MEZENTZEFF" userId="77144a29-6f27-44f0-b833-1143c73699ea" providerId="ADAL" clId="{D4D0ECA5-DF82-5BA4-9055-F47F6B77EA9F}" dt="2026-01-21T16:44:22.398" v="1281" actId="729"/>
        <pc:sldMkLst>
          <pc:docMk/>
          <pc:sldMk cId="543973535" sldId="267"/>
        </pc:sldMkLst>
        <pc:spChg chg="mod">
          <ac:chgData name="Mathilde MEZENTZEFF" userId="77144a29-6f27-44f0-b833-1143c73699ea" providerId="ADAL" clId="{D4D0ECA5-DF82-5BA4-9055-F47F6B77EA9F}" dt="2026-01-21T15:56:55.640" v="912" actId="20577"/>
          <ac:spMkLst>
            <pc:docMk/>
            <pc:sldMk cId="543973535" sldId="267"/>
            <ac:spMk id="2" creationId="{3C34EEB2-1FB6-7C8C-B3AC-8E2CFCDDF976}"/>
          </ac:spMkLst>
        </pc:spChg>
        <pc:spChg chg="add">
          <ac:chgData name="Mathilde MEZENTZEFF" userId="77144a29-6f27-44f0-b833-1143c73699ea" providerId="ADAL" clId="{D4D0ECA5-DF82-5BA4-9055-F47F6B77EA9F}" dt="2026-01-21T15:22:00.771" v="173"/>
          <ac:spMkLst>
            <pc:docMk/>
            <pc:sldMk cId="543973535" sldId="267"/>
            <ac:spMk id="3" creationId="{300CC481-0D22-0698-99D6-67BE21B514C5}"/>
          </ac:spMkLst>
        </pc:spChg>
        <pc:spChg chg="add mod">
          <ac:chgData name="Mathilde MEZENTZEFF" userId="77144a29-6f27-44f0-b833-1143c73699ea" providerId="ADAL" clId="{D4D0ECA5-DF82-5BA4-9055-F47F6B77EA9F}" dt="2026-01-21T15:55:44.444" v="877" actId="20577"/>
          <ac:spMkLst>
            <pc:docMk/>
            <pc:sldMk cId="543973535" sldId="267"/>
            <ac:spMk id="6" creationId="{9510AC1C-50C9-98D0-9827-0A281C6BFC97}"/>
          </ac:spMkLst>
        </pc:spChg>
        <pc:grpChg chg="del">
          <ac:chgData name="Mathilde MEZENTZEFF" userId="77144a29-6f27-44f0-b833-1143c73699ea" providerId="ADAL" clId="{D4D0ECA5-DF82-5BA4-9055-F47F6B77EA9F}" dt="2026-01-21T15:22:00.363" v="172" actId="478"/>
          <ac:grpSpMkLst>
            <pc:docMk/>
            <pc:sldMk cId="543973535" sldId="267"/>
            <ac:grpSpMk id="10" creationId="{27225110-A928-48AE-6095-FE55C018AE0F}"/>
          </ac:grpSpMkLst>
        </pc:grpChg>
        <pc:picChg chg="add mod">
          <ac:chgData name="Mathilde MEZENTZEFF" userId="77144a29-6f27-44f0-b833-1143c73699ea" providerId="ADAL" clId="{D4D0ECA5-DF82-5BA4-9055-F47F6B77EA9F}" dt="2026-01-21T15:55:11.781" v="863" actId="1076"/>
          <ac:picMkLst>
            <pc:docMk/>
            <pc:sldMk cId="543973535" sldId="267"/>
            <ac:picMk id="4" creationId="{2E53400B-0507-64F6-DE97-CB3950BD1676}"/>
          </ac:picMkLst>
        </pc:picChg>
      </pc:sldChg>
      <pc:sldChg chg="addSp delSp modSp add del mod modNotesTx">
        <pc:chgData name="Mathilde MEZENTZEFF" userId="77144a29-6f27-44f0-b833-1143c73699ea" providerId="ADAL" clId="{D4D0ECA5-DF82-5BA4-9055-F47F6B77EA9F}" dt="2026-01-21T15:58:21.835" v="913" actId="2696"/>
        <pc:sldMkLst>
          <pc:docMk/>
          <pc:sldMk cId="3645616254" sldId="268"/>
        </pc:sldMkLst>
        <pc:spChg chg="mod">
          <ac:chgData name="Mathilde MEZENTZEFF" userId="77144a29-6f27-44f0-b833-1143c73699ea" providerId="ADAL" clId="{D4D0ECA5-DF82-5BA4-9055-F47F6B77EA9F}" dt="2026-01-21T15:27:19.032" v="196" actId="27636"/>
          <ac:spMkLst>
            <pc:docMk/>
            <pc:sldMk cId="3645616254" sldId="268"/>
            <ac:spMk id="2" creationId="{56761E0F-C9B9-DB60-934F-CB74A51CF03C}"/>
          </ac:spMkLst>
        </pc:spChg>
        <pc:spChg chg="add">
          <ac:chgData name="Mathilde MEZENTZEFF" userId="77144a29-6f27-44f0-b833-1143c73699ea" providerId="ADAL" clId="{D4D0ECA5-DF82-5BA4-9055-F47F6B77EA9F}" dt="2026-01-21T15:22:48.312" v="178"/>
          <ac:spMkLst>
            <pc:docMk/>
            <pc:sldMk cId="3645616254" sldId="268"/>
            <ac:spMk id="3" creationId="{24FAAEB5-B4A0-36F2-F9CB-08EB399A45AD}"/>
          </ac:spMkLst>
        </pc:spChg>
        <pc:spChg chg="add">
          <ac:chgData name="Mathilde MEZENTZEFF" userId="77144a29-6f27-44f0-b833-1143c73699ea" providerId="ADAL" clId="{D4D0ECA5-DF82-5BA4-9055-F47F6B77EA9F}" dt="2026-01-21T15:24:21.080" v="182"/>
          <ac:spMkLst>
            <pc:docMk/>
            <pc:sldMk cId="3645616254" sldId="268"/>
            <ac:spMk id="6" creationId="{8C174688-53F9-C85D-0D72-9E7120F1AB09}"/>
          </ac:spMkLst>
        </pc:spChg>
        <pc:grpChg chg="del">
          <ac:chgData name="Mathilde MEZENTZEFF" userId="77144a29-6f27-44f0-b833-1143c73699ea" providerId="ADAL" clId="{D4D0ECA5-DF82-5BA4-9055-F47F6B77EA9F}" dt="2026-01-21T15:22:47.595" v="177" actId="478"/>
          <ac:grpSpMkLst>
            <pc:docMk/>
            <pc:sldMk cId="3645616254" sldId="268"/>
            <ac:grpSpMk id="10" creationId="{8264C32B-E43B-3F27-9264-ECFE63C2A9F6}"/>
          </ac:grpSpMkLst>
        </pc:grpChg>
        <pc:picChg chg="add mod">
          <ac:chgData name="Mathilde MEZENTZEFF" userId="77144a29-6f27-44f0-b833-1143c73699ea" providerId="ADAL" clId="{D4D0ECA5-DF82-5BA4-9055-F47F6B77EA9F}" dt="2026-01-21T15:27:23.473" v="197" actId="1076"/>
          <ac:picMkLst>
            <pc:docMk/>
            <pc:sldMk cId="3645616254" sldId="268"/>
            <ac:picMk id="4" creationId="{B3832E41-12AB-E5B5-7F29-3DF053F50E60}"/>
          </ac:picMkLst>
        </pc:picChg>
        <pc:picChg chg="add del mod">
          <ac:chgData name="Mathilde MEZENTZEFF" userId="77144a29-6f27-44f0-b833-1143c73699ea" providerId="ADAL" clId="{D4D0ECA5-DF82-5BA4-9055-F47F6B77EA9F}" dt="2026-01-21T15:24:52.780" v="187" actId="478"/>
          <ac:picMkLst>
            <pc:docMk/>
            <pc:sldMk cId="3645616254" sldId="268"/>
            <ac:picMk id="7" creationId="{4CC20D0E-D9B0-FC01-5D57-AA2F862A9FCD}"/>
          </ac:picMkLst>
        </pc:picChg>
      </pc:sldChg>
      <pc:sldChg chg="addSp delSp modSp add del mod modNotesTx">
        <pc:chgData name="Mathilde MEZENTZEFF" userId="77144a29-6f27-44f0-b833-1143c73699ea" providerId="ADAL" clId="{D4D0ECA5-DF82-5BA4-9055-F47F6B77EA9F}" dt="2026-01-21T15:59:53.118" v="932" actId="2696"/>
        <pc:sldMkLst>
          <pc:docMk/>
          <pc:sldMk cId="2610680633" sldId="269"/>
        </pc:sldMkLst>
        <pc:spChg chg="mod">
          <ac:chgData name="Mathilde MEZENTZEFF" userId="77144a29-6f27-44f0-b833-1143c73699ea" providerId="ADAL" clId="{D4D0ECA5-DF82-5BA4-9055-F47F6B77EA9F}" dt="2026-01-21T15:25:46.908" v="194" actId="27636"/>
          <ac:spMkLst>
            <pc:docMk/>
            <pc:sldMk cId="2610680633" sldId="269"/>
            <ac:spMk id="2" creationId="{CFAF175E-2EE5-8D33-DBB1-9B780AFCED47}"/>
          </ac:spMkLst>
        </pc:spChg>
        <pc:spChg chg="add">
          <ac:chgData name="Mathilde MEZENTZEFF" userId="77144a29-6f27-44f0-b833-1143c73699ea" providerId="ADAL" clId="{D4D0ECA5-DF82-5BA4-9055-F47F6B77EA9F}" dt="2026-01-21T15:25:31.405" v="190"/>
          <ac:spMkLst>
            <pc:docMk/>
            <pc:sldMk cId="2610680633" sldId="269"/>
            <ac:spMk id="3" creationId="{2A011502-C21C-75CB-1A36-E418D9CDE564}"/>
          </ac:spMkLst>
        </pc:spChg>
        <pc:grpChg chg="del">
          <ac:chgData name="Mathilde MEZENTZEFF" userId="77144a29-6f27-44f0-b833-1143c73699ea" providerId="ADAL" clId="{D4D0ECA5-DF82-5BA4-9055-F47F6B77EA9F}" dt="2026-01-21T15:25:30.854" v="189" actId="478"/>
          <ac:grpSpMkLst>
            <pc:docMk/>
            <pc:sldMk cId="2610680633" sldId="269"/>
            <ac:grpSpMk id="10" creationId="{C2FD4450-0912-53DC-95FB-CE9BF590A567}"/>
          </ac:grpSpMkLst>
        </pc:grpChg>
        <pc:picChg chg="add mod">
          <ac:chgData name="Mathilde MEZENTZEFF" userId="77144a29-6f27-44f0-b833-1143c73699ea" providerId="ADAL" clId="{D4D0ECA5-DF82-5BA4-9055-F47F6B77EA9F}" dt="2026-01-21T15:25:35.935" v="192" actId="1076"/>
          <ac:picMkLst>
            <pc:docMk/>
            <pc:sldMk cId="2610680633" sldId="269"/>
            <ac:picMk id="4" creationId="{132465D6-CFD0-BA66-314C-9DA0D08E7F23}"/>
          </ac:picMkLst>
        </pc:picChg>
      </pc:sldChg>
      <pc:sldChg chg="addSp delSp modSp add del mod modNotesTx">
        <pc:chgData name="Mathilde MEZENTZEFF" userId="77144a29-6f27-44f0-b833-1143c73699ea" providerId="ADAL" clId="{D4D0ECA5-DF82-5BA4-9055-F47F6B77EA9F}" dt="2026-01-21T16:00:43.002" v="946" actId="2696"/>
        <pc:sldMkLst>
          <pc:docMk/>
          <pc:sldMk cId="2124950847" sldId="270"/>
        </pc:sldMkLst>
        <pc:spChg chg="mod">
          <ac:chgData name="Mathilde MEZENTZEFF" userId="77144a29-6f27-44f0-b833-1143c73699ea" providerId="ADAL" clId="{D4D0ECA5-DF82-5BA4-9055-F47F6B77EA9F}" dt="2026-01-21T15:27:35.532" v="199" actId="27636"/>
          <ac:spMkLst>
            <pc:docMk/>
            <pc:sldMk cId="2124950847" sldId="270"/>
            <ac:spMk id="2" creationId="{9FED52D2-1F7E-7ED8-47B6-886DD6679563}"/>
          </ac:spMkLst>
        </pc:spChg>
        <pc:spChg chg="add">
          <ac:chgData name="Mathilde MEZENTZEFF" userId="77144a29-6f27-44f0-b833-1143c73699ea" providerId="ADAL" clId="{D4D0ECA5-DF82-5BA4-9055-F47F6B77EA9F}" dt="2026-01-21T15:24:46.767" v="185"/>
          <ac:spMkLst>
            <pc:docMk/>
            <pc:sldMk cId="2124950847" sldId="270"/>
            <ac:spMk id="3" creationId="{3FCDEAF2-1AAD-3399-9B70-B66803F4332B}"/>
          </ac:spMkLst>
        </pc:spChg>
        <pc:grpChg chg="del">
          <ac:chgData name="Mathilde MEZENTZEFF" userId="77144a29-6f27-44f0-b833-1143c73699ea" providerId="ADAL" clId="{D4D0ECA5-DF82-5BA4-9055-F47F6B77EA9F}" dt="2026-01-21T15:24:46.226" v="184" actId="478"/>
          <ac:grpSpMkLst>
            <pc:docMk/>
            <pc:sldMk cId="2124950847" sldId="270"/>
            <ac:grpSpMk id="10" creationId="{E5B02E8D-9B01-492B-2B46-84BF9D562F42}"/>
          </ac:grpSpMkLst>
        </pc:grpChg>
        <pc:picChg chg="add mod">
          <ac:chgData name="Mathilde MEZENTZEFF" userId="77144a29-6f27-44f0-b833-1143c73699ea" providerId="ADAL" clId="{D4D0ECA5-DF82-5BA4-9055-F47F6B77EA9F}" dt="2026-01-21T15:27:38.507" v="200" actId="1076"/>
          <ac:picMkLst>
            <pc:docMk/>
            <pc:sldMk cId="2124950847" sldId="270"/>
            <ac:picMk id="4" creationId="{EC555C14-E3D9-28BD-1BF3-80EF6705ED06}"/>
          </ac:picMkLst>
        </pc:picChg>
      </pc:sldChg>
      <pc:sldChg chg="modSp add del mod modNotesTx">
        <pc:chgData name="Mathilde MEZENTZEFF" userId="77144a29-6f27-44f0-b833-1143c73699ea" providerId="ADAL" clId="{D4D0ECA5-DF82-5BA4-9055-F47F6B77EA9F}" dt="2026-01-21T16:02:43.717" v="994" actId="2696"/>
        <pc:sldMkLst>
          <pc:docMk/>
          <pc:sldMk cId="3608046153" sldId="271"/>
        </pc:sldMkLst>
        <pc:spChg chg="mod">
          <ac:chgData name="Mathilde MEZENTZEFF" userId="77144a29-6f27-44f0-b833-1143c73699ea" providerId="ADAL" clId="{D4D0ECA5-DF82-5BA4-9055-F47F6B77EA9F}" dt="2026-01-21T15:28:15.548" v="202" actId="27636"/>
          <ac:spMkLst>
            <pc:docMk/>
            <pc:sldMk cId="3608046153" sldId="271"/>
            <ac:spMk id="2" creationId="{2AA02990-A82B-8ABA-C581-88163E3CCF7E}"/>
          </ac:spMkLst>
        </pc:spChg>
      </pc:sldChg>
      <pc:sldChg chg="addSp delSp modSp add del mod modNotesTx">
        <pc:chgData name="Mathilde MEZENTZEFF" userId="77144a29-6f27-44f0-b833-1143c73699ea" providerId="ADAL" clId="{D4D0ECA5-DF82-5BA4-9055-F47F6B77EA9F}" dt="2026-01-21T16:02:42.418" v="993" actId="2696"/>
        <pc:sldMkLst>
          <pc:docMk/>
          <pc:sldMk cId="1800549634" sldId="272"/>
        </pc:sldMkLst>
        <pc:spChg chg="mod">
          <ac:chgData name="Mathilde MEZENTZEFF" userId="77144a29-6f27-44f0-b833-1143c73699ea" providerId="ADAL" clId="{D4D0ECA5-DF82-5BA4-9055-F47F6B77EA9F}" dt="2026-01-21T15:29:16.357" v="208" actId="27636"/>
          <ac:spMkLst>
            <pc:docMk/>
            <pc:sldMk cId="1800549634" sldId="272"/>
            <ac:spMk id="2" creationId="{D2D6E466-9ED2-5190-C840-E973E1F62B16}"/>
          </ac:spMkLst>
        </pc:spChg>
        <pc:spChg chg="add">
          <ac:chgData name="Mathilde MEZENTZEFF" userId="77144a29-6f27-44f0-b833-1143c73699ea" providerId="ADAL" clId="{D4D0ECA5-DF82-5BA4-9055-F47F6B77EA9F}" dt="2026-01-21T15:29:04.914" v="204"/>
          <ac:spMkLst>
            <pc:docMk/>
            <pc:sldMk cId="1800549634" sldId="272"/>
            <ac:spMk id="4" creationId="{202D7E83-F542-2A0E-7DB0-D21FD0EA3902}"/>
          </ac:spMkLst>
        </pc:spChg>
        <pc:grpChg chg="del">
          <ac:chgData name="Mathilde MEZENTZEFF" userId="77144a29-6f27-44f0-b833-1143c73699ea" providerId="ADAL" clId="{D4D0ECA5-DF82-5BA4-9055-F47F6B77EA9F}" dt="2026-01-21T15:29:04.472" v="203" actId="478"/>
          <ac:grpSpMkLst>
            <pc:docMk/>
            <pc:sldMk cId="1800549634" sldId="272"/>
            <ac:grpSpMk id="10" creationId="{FED3097E-D0D1-C576-0642-A285A6CB8555}"/>
          </ac:grpSpMkLst>
        </pc:grpChg>
        <pc:picChg chg="add mod">
          <ac:chgData name="Mathilde MEZENTZEFF" userId="77144a29-6f27-44f0-b833-1143c73699ea" providerId="ADAL" clId="{D4D0ECA5-DF82-5BA4-9055-F47F6B77EA9F}" dt="2026-01-21T15:29:09.183" v="206" actId="1076"/>
          <ac:picMkLst>
            <pc:docMk/>
            <pc:sldMk cId="1800549634" sldId="272"/>
            <ac:picMk id="6" creationId="{B56C5EB5-9AD2-AE19-7490-B346312FFB9A}"/>
          </ac:picMkLst>
        </pc:picChg>
      </pc:sldChg>
      <pc:sldChg chg="addSp delSp modSp add del mod">
        <pc:chgData name="Mathilde MEZENTZEFF" userId="77144a29-6f27-44f0-b833-1143c73699ea" providerId="ADAL" clId="{D4D0ECA5-DF82-5BA4-9055-F47F6B77EA9F}" dt="2026-01-21T16:04:16.615" v="1034" actId="2696"/>
        <pc:sldMkLst>
          <pc:docMk/>
          <pc:sldMk cId="1379548937" sldId="273"/>
        </pc:sldMkLst>
        <pc:spChg chg="mod">
          <ac:chgData name="Mathilde MEZENTZEFF" userId="77144a29-6f27-44f0-b833-1143c73699ea" providerId="ADAL" clId="{D4D0ECA5-DF82-5BA4-9055-F47F6B77EA9F}" dt="2026-01-21T16:04:03.626" v="1028" actId="1076"/>
          <ac:spMkLst>
            <pc:docMk/>
            <pc:sldMk cId="1379548937" sldId="273"/>
            <ac:spMk id="2" creationId="{B6916E22-A024-AE6D-DB1B-07D93C058BF8}"/>
          </ac:spMkLst>
        </pc:spChg>
        <pc:spChg chg="add">
          <ac:chgData name="Mathilde MEZENTZEFF" userId="77144a29-6f27-44f0-b833-1143c73699ea" providerId="ADAL" clId="{D4D0ECA5-DF82-5BA4-9055-F47F6B77EA9F}" dt="2026-01-21T15:33:28.807" v="324"/>
          <ac:spMkLst>
            <pc:docMk/>
            <pc:sldMk cId="1379548937" sldId="273"/>
            <ac:spMk id="4" creationId="{236A97C8-DC52-3DDB-5568-CB39211556E6}"/>
          </ac:spMkLst>
        </pc:spChg>
        <pc:grpChg chg="del">
          <ac:chgData name="Mathilde MEZENTZEFF" userId="77144a29-6f27-44f0-b833-1143c73699ea" providerId="ADAL" clId="{D4D0ECA5-DF82-5BA4-9055-F47F6B77EA9F}" dt="2026-01-21T15:33:28.307" v="323" actId="478"/>
          <ac:grpSpMkLst>
            <pc:docMk/>
            <pc:sldMk cId="1379548937" sldId="273"/>
            <ac:grpSpMk id="10" creationId="{FFB66EC0-7708-6B23-AD6C-12EB06D62A2A}"/>
          </ac:grpSpMkLst>
        </pc:grpChg>
        <pc:picChg chg="add mod modCrop">
          <ac:chgData name="Mathilde MEZENTZEFF" userId="77144a29-6f27-44f0-b833-1143c73699ea" providerId="ADAL" clId="{D4D0ECA5-DF82-5BA4-9055-F47F6B77EA9F}" dt="2026-01-21T16:03:34.239" v="1027" actId="1076"/>
          <ac:picMkLst>
            <pc:docMk/>
            <pc:sldMk cId="1379548937" sldId="273"/>
            <ac:picMk id="6" creationId="{574B7582-48E4-867B-3A72-67B3BE6F5532}"/>
          </ac:picMkLst>
        </pc:picChg>
      </pc:sldChg>
      <pc:sldChg chg="addSp delSp modSp add mod ord modShow">
        <pc:chgData name="Mathilde MEZENTZEFF" userId="77144a29-6f27-44f0-b833-1143c73699ea" providerId="ADAL" clId="{D4D0ECA5-DF82-5BA4-9055-F47F6B77EA9F}" dt="2026-01-21T16:44:22.398" v="1281" actId="729"/>
        <pc:sldMkLst>
          <pc:docMk/>
          <pc:sldMk cId="2855533647" sldId="274"/>
        </pc:sldMkLst>
        <pc:spChg chg="mod">
          <ac:chgData name="Mathilde MEZENTZEFF" userId="77144a29-6f27-44f0-b833-1143c73699ea" providerId="ADAL" clId="{D4D0ECA5-DF82-5BA4-9055-F47F6B77EA9F}" dt="2026-01-21T15:56:50.507" v="907" actId="20577"/>
          <ac:spMkLst>
            <pc:docMk/>
            <pc:sldMk cId="2855533647" sldId="274"/>
            <ac:spMk id="2" creationId="{17EF9AD4-3270-B757-15F0-51653CCA4A2E}"/>
          </ac:spMkLst>
        </pc:spChg>
        <pc:spChg chg="mod">
          <ac:chgData name="Mathilde MEZENTZEFF" userId="77144a29-6f27-44f0-b833-1143c73699ea" providerId="ADAL" clId="{D4D0ECA5-DF82-5BA4-9055-F47F6B77EA9F}" dt="2026-01-21T15:56:05.248" v="891" actId="20577"/>
          <ac:spMkLst>
            <pc:docMk/>
            <pc:sldMk cId="2855533647" sldId="274"/>
            <ac:spMk id="6" creationId="{C753A8B8-AB8F-A814-8188-CE3ED17739C3}"/>
          </ac:spMkLst>
        </pc:spChg>
        <pc:picChg chg="del">
          <ac:chgData name="Mathilde MEZENTZEFF" userId="77144a29-6f27-44f0-b833-1143c73699ea" providerId="ADAL" clId="{D4D0ECA5-DF82-5BA4-9055-F47F6B77EA9F}" dt="2026-01-21T15:56:10.446" v="892" actId="478"/>
          <ac:picMkLst>
            <pc:docMk/>
            <pc:sldMk cId="2855533647" sldId="274"/>
            <ac:picMk id="4" creationId="{24587018-53E9-C95B-DB40-A3C4C8844859}"/>
          </ac:picMkLst>
        </pc:picChg>
        <pc:picChg chg="add mod modCrop">
          <ac:chgData name="Mathilde MEZENTZEFF" userId="77144a29-6f27-44f0-b833-1143c73699ea" providerId="ADAL" clId="{D4D0ECA5-DF82-5BA4-9055-F47F6B77EA9F}" dt="2026-01-21T15:56:31.669" v="902" actId="1076"/>
          <ac:picMkLst>
            <pc:docMk/>
            <pc:sldMk cId="2855533647" sldId="274"/>
            <ac:picMk id="5" creationId="{0D7976A3-082A-1E9F-49C2-5D725FF044D7}"/>
          </ac:picMkLst>
        </pc:picChg>
      </pc:sldChg>
      <pc:sldChg chg="addSp delSp modSp add mod ord modShow modNotesTx">
        <pc:chgData name="Mathilde MEZENTZEFF" userId="77144a29-6f27-44f0-b833-1143c73699ea" providerId="ADAL" clId="{D4D0ECA5-DF82-5BA4-9055-F47F6B77EA9F}" dt="2026-01-21T16:44:22.398" v="1281" actId="729"/>
        <pc:sldMkLst>
          <pc:docMk/>
          <pc:sldMk cId="1148882147" sldId="275"/>
        </pc:sldMkLst>
        <pc:spChg chg="mod">
          <ac:chgData name="Mathilde MEZENTZEFF" userId="77144a29-6f27-44f0-b833-1143c73699ea" providerId="ADAL" clId="{D4D0ECA5-DF82-5BA4-9055-F47F6B77EA9F}" dt="2026-01-21T15:58:33.374" v="921" actId="20577"/>
          <ac:spMkLst>
            <pc:docMk/>
            <pc:sldMk cId="1148882147" sldId="275"/>
            <ac:spMk id="6" creationId="{680E93B0-E4D2-01DC-B843-B139F01CB1E5}"/>
          </ac:spMkLst>
        </pc:spChg>
        <pc:picChg chg="add mod modCrop">
          <ac:chgData name="Mathilde MEZENTZEFF" userId="77144a29-6f27-44f0-b833-1143c73699ea" providerId="ADAL" clId="{D4D0ECA5-DF82-5BA4-9055-F47F6B77EA9F}" dt="2026-01-21T15:59:02.457" v="929" actId="14100"/>
          <ac:picMkLst>
            <pc:docMk/>
            <pc:sldMk cId="1148882147" sldId="275"/>
            <ac:picMk id="4" creationId="{844760B4-D5B3-D1C4-325A-02557895457B}"/>
          </ac:picMkLst>
        </pc:picChg>
        <pc:picChg chg="del">
          <ac:chgData name="Mathilde MEZENTZEFF" userId="77144a29-6f27-44f0-b833-1143c73699ea" providerId="ADAL" clId="{D4D0ECA5-DF82-5BA4-9055-F47F6B77EA9F}" dt="2026-01-21T15:58:37.376" v="922" actId="478"/>
          <ac:picMkLst>
            <pc:docMk/>
            <pc:sldMk cId="1148882147" sldId="275"/>
            <ac:picMk id="5" creationId="{6458A838-9AA1-C4A5-110D-CF74EDB153AA}"/>
          </ac:picMkLst>
        </pc:picChg>
      </pc:sldChg>
      <pc:sldChg chg="addSp delSp modSp add mod ord modShow">
        <pc:chgData name="Mathilde MEZENTZEFF" userId="77144a29-6f27-44f0-b833-1143c73699ea" providerId="ADAL" clId="{D4D0ECA5-DF82-5BA4-9055-F47F6B77EA9F}" dt="2026-01-21T16:44:22.398" v="1281" actId="729"/>
        <pc:sldMkLst>
          <pc:docMk/>
          <pc:sldMk cId="2994600658" sldId="276"/>
        </pc:sldMkLst>
        <pc:spChg chg="mod">
          <ac:chgData name="Mathilde MEZENTZEFF" userId="77144a29-6f27-44f0-b833-1143c73699ea" providerId="ADAL" clId="{D4D0ECA5-DF82-5BA4-9055-F47F6B77EA9F}" dt="2026-01-21T16:38:24.598" v="1276" actId="20577"/>
          <ac:spMkLst>
            <pc:docMk/>
            <pc:sldMk cId="2994600658" sldId="276"/>
            <ac:spMk id="6" creationId="{B4D53A46-0FEA-3183-6219-02512E351FF5}"/>
          </ac:spMkLst>
        </pc:spChg>
        <pc:picChg chg="del">
          <ac:chgData name="Mathilde MEZENTZEFF" userId="77144a29-6f27-44f0-b833-1143c73699ea" providerId="ADAL" clId="{D4D0ECA5-DF82-5BA4-9055-F47F6B77EA9F}" dt="2026-01-21T15:59:59.494" v="933" actId="478"/>
          <ac:picMkLst>
            <pc:docMk/>
            <pc:sldMk cId="2994600658" sldId="276"/>
            <ac:picMk id="4" creationId="{2831416E-BA6E-C45A-E2F2-3CFFB192BE2A}"/>
          </ac:picMkLst>
        </pc:picChg>
        <pc:picChg chg="add mod modCrop">
          <ac:chgData name="Mathilde MEZENTZEFF" userId="77144a29-6f27-44f0-b833-1143c73699ea" providerId="ADAL" clId="{D4D0ECA5-DF82-5BA4-9055-F47F6B77EA9F}" dt="2026-01-21T16:00:14.192" v="937" actId="1076"/>
          <ac:picMkLst>
            <pc:docMk/>
            <pc:sldMk cId="2994600658" sldId="276"/>
            <ac:picMk id="5" creationId="{2582EF1E-AFB2-915C-7E9E-F64A17EE8680}"/>
          </ac:picMkLst>
        </pc:picChg>
      </pc:sldChg>
      <pc:sldChg chg="addSp delSp modSp add mod ord modShow">
        <pc:chgData name="Mathilde MEZENTZEFF" userId="77144a29-6f27-44f0-b833-1143c73699ea" providerId="ADAL" clId="{D4D0ECA5-DF82-5BA4-9055-F47F6B77EA9F}" dt="2026-01-21T16:44:22.398" v="1281" actId="729"/>
        <pc:sldMkLst>
          <pc:docMk/>
          <pc:sldMk cId="4277739528" sldId="277"/>
        </pc:sldMkLst>
        <pc:spChg chg="add">
          <ac:chgData name="Mathilde MEZENTZEFF" userId="77144a29-6f27-44f0-b833-1143c73699ea" providerId="ADAL" clId="{D4D0ECA5-DF82-5BA4-9055-F47F6B77EA9F}" dt="2026-01-21T16:12:42.111" v="1097"/>
          <ac:spMkLst>
            <pc:docMk/>
            <pc:sldMk cId="4277739528" sldId="277"/>
            <ac:spMk id="4" creationId="{96C385FC-B004-3DE4-977F-09E7A5697B71}"/>
          </ac:spMkLst>
        </pc:spChg>
        <pc:spChg chg="mod">
          <ac:chgData name="Mathilde MEZENTZEFF" userId="77144a29-6f27-44f0-b833-1143c73699ea" providerId="ADAL" clId="{D4D0ECA5-DF82-5BA4-9055-F47F6B77EA9F}" dt="2026-01-21T16:00:58.590" v="958" actId="20577"/>
          <ac:spMkLst>
            <pc:docMk/>
            <pc:sldMk cId="4277739528" sldId="277"/>
            <ac:spMk id="6" creationId="{AE6D38AF-5BB2-C358-FE83-4F1C8029FA28}"/>
          </ac:spMkLst>
        </pc:spChg>
        <pc:picChg chg="del">
          <ac:chgData name="Mathilde MEZENTZEFF" userId="77144a29-6f27-44f0-b833-1143c73699ea" providerId="ADAL" clId="{D4D0ECA5-DF82-5BA4-9055-F47F6B77EA9F}" dt="2026-01-21T16:12:41.328" v="1096" actId="478"/>
          <ac:picMkLst>
            <pc:docMk/>
            <pc:sldMk cId="4277739528" sldId="277"/>
            <ac:picMk id="5" creationId="{08DFD7C3-DF27-0F0F-55FA-9A13D3B4F5B9}"/>
          </ac:picMkLst>
        </pc:picChg>
        <pc:picChg chg="add mod modCrop">
          <ac:chgData name="Mathilde MEZENTZEFF" userId="77144a29-6f27-44f0-b833-1143c73699ea" providerId="ADAL" clId="{D4D0ECA5-DF82-5BA4-9055-F47F6B77EA9F}" dt="2026-01-21T16:13:11.715" v="1105" actId="1076"/>
          <ac:picMkLst>
            <pc:docMk/>
            <pc:sldMk cId="4277739528" sldId="277"/>
            <ac:picMk id="7" creationId="{F04D594E-436D-56B1-CB14-3F001CD86FC0}"/>
          </ac:picMkLst>
        </pc:picChg>
      </pc:sldChg>
      <pc:sldChg chg="addSp delSp modSp add mod ord modShow">
        <pc:chgData name="Mathilde MEZENTZEFF" userId="77144a29-6f27-44f0-b833-1143c73699ea" providerId="ADAL" clId="{D4D0ECA5-DF82-5BA4-9055-F47F6B77EA9F}" dt="2026-01-21T16:44:22.398" v="1281" actId="729"/>
        <pc:sldMkLst>
          <pc:docMk/>
          <pc:sldMk cId="920861404" sldId="278"/>
        </pc:sldMkLst>
        <pc:spChg chg="mod">
          <ac:chgData name="Mathilde MEZENTZEFF" userId="77144a29-6f27-44f0-b833-1143c73699ea" providerId="ADAL" clId="{D4D0ECA5-DF82-5BA4-9055-F47F6B77EA9F}" dt="2026-01-21T16:01:42.109" v="986" actId="20577"/>
          <ac:spMkLst>
            <pc:docMk/>
            <pc:sldMk cId="920861404" sldId="278"/>
            <ac:spMk id="6" creationId="{C1C328FD-488C-D8B2-823A-F05E2DBD34C6}"/>
          </ac:spMkLst>
        </pc:spChg>
        <pc:picChg chg="add mod modCrop">
          <ac:chgData name="Mathilde MEZENTZEFF" userId="77144a29-6f27-44f0-b833-1143c73699ea" providerId="ADAL" clId="{D4D0ECA5-DF82-5BA4-9055-F47F6B77EA9F}" dt="2026-01-21T16:02:04.243" v="991" actId="1076"/>
          <ac:picMkLst>
            <pc:docMk/>
            <pc:sldMk cId="920861404" sldId="278"/>
            <ac:picMk id="4" creationId="{BC7C255B-C9B0-B84A-D900-7F6A86BF206E}"/>
          </ac:picMkLst>
        </pc:picChg>
        <pc:picChg chg="del">
          <ac:chgData name="Mathilde MEZENTZEFF" userId="77144a29-6f27-44f0-b833-1143c73699ea" providerId="ADAL" clId="{D4D0ECA5-DF82-5BA4-9055-F47F6B77EA9F}" dt="2026-01-21T16:01:54.465" v="987" actId="478"/>
          <ac:picMkLst>
            <pc:docMk/>
            <pc:sldMk cId="920861404" sldId="278"/>
            <ac:picMk id="5" creationId="{7A62EA57-BE48-9585-6313-43607D533BCE}"/>
          </ac:picMkLst>
        </pc:picChg>
      </pc:sldChg>
      <pc:sldChg chg="addSp delSp modSp add mod ord">
        <pc:chgData name="Mathilde MEZENTZEFF" userId="77144a29-6f27-44f0-b833-1143c73699ea" providerId="ADAL" clId="{D4D0ECA5-DF82-5BA4-9055-F47F6B77EA9F}" dt="2026-01-21T16:13:26.178" v="1106" actId="20578"/>
        <pc:sldMkLst>
          <pc:docMk/>
          <pc:sldMk cId="421986854" sldId="279"/>
        </pc:sldMkLst>
        <pc:spChg chg="del mod">
          <ac:chgData name="Mathilde MEZENTZEFF" userId="77144a29-6f27-44f0-b833-1143c73699ea" providerId="ADAL" clId="{D4D0ECA5-DF82-5BA4-9055-F47F6B77EA9F}" dt="2026-01-21T16:07:14.735" v="1089" actId="478"/>
          <ac:spMkLst>
            <pc:docMk/>
            <pc:sldMk cId="421986854" sldId="279"/>
            <ac:spMk id="2" creationId="{4E213531-A551-ED59-BB7D-34315825BCD1}"/>
          </ac:spMkLst>
        </pc:spChg>
        <pc:spChg chg="add del mod">
          <ac:chgData name="Mathilde MEZENTZEFF" userId="77144a29-6f27-44f0-b833-1143c73699ea" providerId="ADAL" clId="{D4D0ECA5-DF82-5BA4-9055-F47F6B77EA9F}" dt="2026-01-21T16:07:20.715" v="1092" actId="478"/>
          <ac:spMkLst>
            <pc:docMk/>
            <pc:sldMk cId="421986854" sldId="279"/>
            <ac:spMk id="8" creationId="{86945966-743F-0E9D-F808-1B6099045B5C}"/>
          </ac:spMkLst>
        </pc:spChg>
        <pc:picChg chg="add mod">
          <ac:chgData name="Mathilde MEZENTZEFF" userId="77144a29-6f27-44f0-b833-1143c73699ea" providerId="ADAL" clId="{D4D0ECA5-DF82-5BA4-9055-F47F6B77EA9F}" dt="2026-01-21T16:07:04.826" v="1086" actId="171"/>
          <ac:picMkLst>
            <pc:docMk/>
            <pc:sldMk cId="421986854" sldId="279"/>
            <ac:picMk id="5" creationId="{4E46E559-89E6-6F72-EA03-C3A1E292D31E}"/>
          </ac:picMkLst>
        </pc:picChg>
        <pc:picChg chg="del mod">
          <ac:chgData name="Mathilde MEZENTZEFF" userId="77144a29-6f27-44f0-b833-1143c73699ea" providerId="ADAL" clId="{D4D0ECA5-DF82-5BA4-9055-F47F6B77EA9F}" dt="2026-01-21T16:04:49.436" v="1043" actId="478"/>
          <ac:picMkLst>
            <pc:docMk/>
            <pc:sldMk cId="421986854" sldId="279"/>
            <ac:picMk id="6" creationId="{92B79B45-761C-47EB-767B-0FCF3CF2BF9C}"/>
          </ac:picMkLst>
        </pc:picChg>
        <pc:picChg chg="add del mod">
          <ac:chgData name="Mathilde MEZENTZEFF" userId="77144a29-6f27-44f0-b833-1143c73699ea" providerId="ADAL" clId="{D4D0ECA5-DF82-5BA4-9055-F47F6B77EA9F}" dt="2026-01-21T16:06:40.617" v="1073" actId="478"/>
          <ac:picMkLst>
            <pc:docMk/>
            <pc:sldMk cId="421986854" sldId="279"/>
            <ac:picMk id="23554" creationId="{68F169E6-7F50-871F-A89E-97D1F6CFCC76}"/>
          </ac:picMkLst>
        </pc:picChg>
        <pc:picChg chg="add mod">
          <ac:chgData name="Mathilde MEZENTZEFF" userId="77144a29-6f27-44f0-b833-1143c73699ea" providerId="ADAL" clId="{D4D0ECA5-DF82-5BA4-9055-F47F6B77EA9F}" dt="2026-01-21T16:07:19.131" v="1091" actId="14100"/>
          <ac:picMkLst>
            <pc:docMk/>
            <pc:sldMk cId="421986854" sldId="279"/>
            <ac:picMk id="23556" creationId="{F881D53C-30D4-075A-C143-75895FE0C905}"/>
          </ac:picMkLst>
        </pc:picChg>
      </pc:sldChg>
      <pc:sldChg chg="modSp mod">
        <pc:chgData name="Mathilde MEZENTZEFF" userId="77144a29-6f27-44f0-b833-1143c73699ea" providerId="ADAL" clId="{D4D0ECA5-DF82-5BA4-9055-F47F6B77EA9F}" dt="2026-01-21T18:08:23.627" v="1391" actId="403"/>
        <pc:sldMkLst>
          <pc:docMk/>
          <pc:sldMk cId="821022019" sldId="280"/>
        </pc:sldMkLst>
        <pc:spChg chg="mod">
          <ac:chgData name="Mathilde MEZENTZEFF" userId="77144a29-6f27-44f0-b833-1143c73699ea" providerId="ADAL" clId="{D4D0ECA5-DF82-5BA4-9055-F47F6B77EA9F}" dt="2026-01-21T18:08:23.627" v="1391" actId="403"/>
          <ac:spMkLst>
            <pc:docMk/>
            <pc:sldMk cId="821022019" sldId="280"/>
            <ac:spMk id="3" creationId="{0A221F91-C64B-6166-D2D2-EC8A3A71C477}"/>
          </ac:spMkLst>
        </pc:spChg>
      </pc:sldChg>
      <pc:sldChg chg="modSp add del mod">
        <pc:chgData name="Mathilde MEZENTZEFF" userId="77144a29-6f27-44f0-b833-1143c73699ea" providerId="ADAL" clId="{D4D0ECA5-DF82-5BA4-9055-F47F6B77EA9F}" dt="2026-01-21T16:42:49.572" v="1278" actId="2696"/>
        <pc:sldMkLst>
          <pc:docMk/>
          <pc:sldMk cId="3808703635" sldId="280"/>
        </pc:sldMkLst>
        <pc:picChg chg="mod">
          <ac:chgData name="Mathilde MEZENTZEFF" userId="77144a29-6f27-44f0-b833-1143c73699ea" providerId="ADAL" clId="{D4D0ECA5-DF82-5BA4-9055-F47F6B77EA9F}" dt="2026-01-21T16:31:38.532" v="1242" actId="1076"/>
          <ac:picMkLst>
            <pc:docMk/>
            <pc:sldMk cId="3808703635" sldId="280"/>
            <ac:picMk id="27" creationId="{2F695AEE-AF5B-20A2-3DBF-01E502CE5BB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148A21-4D5A-7748-821A-790A638C3F4E}" type="datetimeFigureOut">
              <a:rPr lang="fr-FR" smtClean="0"/>
              <a:t>26/01/2026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AE00B3-1A72-EB4E-9815-D0A835A5D761}" type="slidenum">
              <a:rPr lang="fr-FR" smtClean="0"/>
              <a:t>‹N°›</a:t>
            </a:fld>
            <a:endParaRPr lang="fr-FR"/>
          </a:p>
        </p:txBody>
      </p:sp>
    </p:spTree>
    <p:extLst>
      <p:ext uri="{BB962C8B-B14F-4D97-AF65-F5344CB8AC3E}">
        <p14:creationId xmlns:p14="http://schemas.microsoft.com/office/powerpoint/2010/main" val="741820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en-US"/>
          </a:p>
        </p:txBody>
      </p:sp>
      <p:sp>
        <p:nvSpPr>
          <p:cNvPr id="3" name="Espace réservé des notes 2"/>
          <p:cNvSpPr>
            <a:spLocks noGrp="1"/>
          </p:cNvSpPr>
          <p:nvPr>
            <p:ph type="body" idx="1"/>
          </p:nvPr>
        </p:nvSpPr>
        <p:spPr/>
        <p:txBody>
          <a:bodyPr/>
          <a:lstStyle/>
          <a:p>
            <a:r>
              <a:rPr lang="fr-FR" sz="1200" b="0" i="0" u="none" strike="noStrike" kern="1200">
                <a:solidFill>
                  <a:schemeClr val="tx1"/>
                </a:solidFill>
                <a:effectLst/>
                <a:latin typeface="+mn-lt"/>
                <a:ea typeface="+mn-ea"/>
                <a:cs typeface="+mn-cs"/>
              </a:rPr>
              <a:t>L’objectif du projet est de simuler une plateforme de coordination de soins, capable de recevoir une demande médicale (ici comme le fichier </a:t>
            </a:r>
            <a:r>
              <a:rPr lang="fr-FR" sz="1200" b="0" i="0" u="none" strike="noStrike" kern="1200" err="1">
                <a:solidFill>
                  <a:schemeClr val="tx1"/>
                </a:solidFill>
                <a:effectLst/>
                <a:latin typeface="+mn-lt"/>
                <a:ea typeface="+mn-ea"/>
                <a:cs typeface="+mn-cs"/>
              </a:rPr>
              <a:t>json</a:t>
            </a:r>
            <a:r>
              <a:rPr lang="fr-FR" sz="1200" b="0" i="0" u="none" strike="noStrike" kern="1200">
                <a:solidFill>
                  <a:schemeClr val="tx1"/>
                </a:solidFill>
                <a:effectLst/>
                <a:latin typeface="+mn-lt"/>
                <a:ea typeface="+mn-ea"/>
                <a:cs typeface="+mn-cs"/>
              </a:rPr>
              <a:t> en exemple (NB: le </a:t>
            </a:r>
            <a:r>
              <a:rPr lang="fr-FR" sz="1200" b="0" i="0" u="none" strike="noStrike" kern="1200" err="1">
                <a:solidFill>
                  <a:schemeClr val="tx1"/>
                </a:solidFill>
                <a:effectLst/>
                <a:latin typeface="+mn-lt"/>
                <a:ea typeface="+mn-ea"/>
                <a:cs typeface="+mn-cs"/>
              </a:rPr>
              <a:t>patientName</a:t>
            </a:r>
            <a:r>
              <a:rPr lang="fr-FR" sz="1200" b="0" i="0" u="none" strike="noStrike" kern="1200">
                <a:solidFill>
                  <a:schemeClr val="tx1"/>
                </a:solidFill>
                <a:effectLst/>
                <a:latin typeface="+mn-lt"/>
                <a:ea typeface="+mn-ea"/>
                <a:cs typeface="+mn-cs"/>
              </a:rPr>
              <a:t> ne sert à rien c’est juste pour l’esthétisme mais il n’est appelé par aucun service par la suite)), de la faire vérifier par plusieurs services indépendants (identité, assurance, évaluation médicale, règles, finance), puis d’aboutir à une décision finale (acceptation ou rejet), tout en permettant au patient de suivre l’avancement du dossier. </a:t>
            </a:r>
          </a:p>
          <a:p>
            <a:endParaRPr lang="fr-FR"/>
          </a:p>
        </p:txBody>
      </p:sp>
      <p:sp>
        <p:nvSpPr>
          <p:cNvPr id="4" name="Espace réservé du numéro de diapositive 3"/>
          <p:cNvSpPr>
            <a:spLocks noGrp="1"/>
          </p:cNvSpPr>
          <p:nvPr>
            <p:ph type="sldNum" sz="quarter" idx="5"/>
          </p:nvPr>
        </p:nvSpPr>
        <p:spPr/>
        <p:txBody>
          <a:bodyPr/>
          <a:lstStyle/>
          <a:p>
            <a:fld id="{83AE00B3-1A72-EB4E-9815-D0A835A5D761}" type="slidenum">
              <a:rPr lang="fr-FR" smtClean="0"/>
              <a:t>3</a:t>
            </a:fld>
            <a:endParaRPr lang="fr-FR"/>
          </a:p>
        </p:txBody>
      </p:sp>
    </p:spTree>
    <p:extLst>
      <p:ext uri="{BB962C8B-B14F-4D97-AF65-F5344CB8AC3E}">
        <p14:creationId xmlns:p14="http://schemas.microsoft.com/office/powerpoint/2010/main" val="378222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en-US"/>
          </a:p>
        </p:txBody>
      </p:sp>
      <p:sp>
        <p:nvSpPr>
          <p:cNvPr id="3" name="Espace réservé des notes 2"/>
          <p:cNvSpPr>
            <a:spLocks noGrp="1"/>
          </p:cNvSpPr>
          <p:nvPr>
            <p:ph type="body" idx="1"/>
          </p:nvPr>
        </p:nvSpPr>
        <p:spPr/>
        <p:txBody>
          <a:bodyPr/>
          <a:lstStyle/>
          <a:p>
            <a:r>
              <a:rPr lang="fr-FR"/>
              <a:t>Pour rappel, le sujet impose une architecture multi-services et l’usage de plusieurs technologies d’API (REST, SOAP, gRPC, GraphQL). Ainsi, notre fil conducteur a été le suivant : un service central, appelé orchestrateur, pilote le scénario complet en appelant successivement des partenaires externes, tout en </a:t>
            </a:r>
            <a:r>
              <a:rPr lang="fr-FR" b="1"/>
              <a:t>conservant l’état de la demande à travers un statut et un historique détaillé de son traitement</a:t>
            </a:r>
            <a:r>
              <a:rPr lang="fr-FR"/>
              <a:t>.</a:t>
            </a:r>
          </a:p>
          <a:p>
            <a:r>
              <a:rPr lang="fr-FR"/>
              <a:t>Plutôt que de concevoir une seule application monolithique — c’est-à-dire une application unique dans laquelle toutes les fonctionnalités seraient regroupées et étroitement couplées — nous avons volontairement séparé le système en plusieurs services indépendants. Ce choix permet de refléter une situation réelle où l’hôpital, l’assureur et les autres acteurs impliqués sont des systèmes distincts, communiquant entre eux via des interfaces bien définies.</a:t>
            </a:r>
          </a:p>
        </p:txBody>
      </p:sp>
      <p:sp>
        <p:nvSpPr>
          <p:cNvPr id="4" name="Espace réservé du numéro de diapositive 3"/>
          <p:cNvSpPr>
            <a:spLocks noGrp="1"/>
          </p:cNvSpPr>
          <p:nvPr>
            <p:ph type="sldNum" sz="quarter" idx="5"/>
          </p:nvPr>
        </p:nvSpPr>
        <p:spPr/>
        <p:txBody>
          <a:bodyPr/>
          <a:lstStyle/>
          <a:p>
            <a:fld id="{83AE00B3-1A72-EB4E-9815-D0A835A5D761}" type="slidenum">
              <a:rPr lang="fr-FR" smtClean="0"/>
              <a:t>4</a:t>
            </a:fld>
            <a:endParaRPr lang="fr-FR"/>
          </a:p>
        </p:txBody>
      </p:sp>
    </p:spTree>
    <p:extLst>
      <p:ext uri="{BB962C8B-B14F-4D97-AF65-F5344CB8AC3E}">
        <p14:creationId xmlns:p14="http://schemas.microsoft.com/office/powerpoint/2010/main" val="19101751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en-US"/>
          </a:p>
        </p:txBody>
      </p:sp>
      <p:sp>
        <p:nvSpPr>
          <p:cNvPr id="3" name="Espace réservé des notes 2"/>
          <p:cNvSpPr>
            <a:spLocks noGrp="1"/>
          </p:cNvSpPr>
          <p:nvPr>
            <p:ph type="body" idx="1"/>
          </p:nvPr>
        </p:nvSpPr>
        <p:spPr/>
        <p:txBody>
          <a:bodyPr/>
          <a:lstStyle/>
          <a:p>
            <a:r>
              <a:rPr lang="fr-FR" dirty="0"/>
              <a:t>------</a:t>
            </a:r>
          </a:p>
          <a:p>
            <a:r>
              <a:rPr lang="fr-FR" b="1" dirty="0" err="1"/>
              <a:t>IdentitySOAPService</a:t>
            </a:r>
            <a:r>
              <a:rPr lang="fr-FR" b="1" dirty="0"/>
              <a:t> (SOAP)</a:t>
            </a:r>
            <a:r>
              <a:rPr lang="fr-FR" dirty="0"/>
              <a:t> fournit une opération </a:t>
            </a:r>
            <a:r>
              <a:rPr lang="fr-FR" sz="1200" kern="1200" dirty="0" err="1">
                <a:solidFill>
                  <a:schemeClr val="tx1"/>
                </a:solidFill>
                <a:latin typeface="+mn-lt"/>
                <a:ea typeface="+mn-ea"/>
                <a:cs typeface="+mn-cs"/>
              </a:rPr>
              <a:t>verifyIdentity</a:t>
            </a:r>
            <a:r>
              <a:rPr lang="fr-FR" dirty="0"/>
              <a:t> définie dans un contrat WSDL. L’orchestrateur consomme ce service via un client SOAP généré automatiquement (</a:t>
            </a:r>
            <a:r>
              <a:rPr lang="fr-FR" dirty="0" err="1"/>
              <a:t>wsimport</a:t>
            </a:r>
            <a:r>
              <a:rPr lang="fr-FR" dirty="0"/>
              <a:t>), garantissant un échange fortement typé. La vérification repose sur des règles simples côté service, simulant un système d’identité externe.</a:t>
            </a:r>
          </a:p>
          <a:p>
            <a:endParaRPr lang="fr-FR" dirty="0"/>
          </a:p>
          <a:p>
            <a:r>
              <a:rPr lang="fr-FR" b="1" dirty="0"/>
              <a:t>EXPLICATION</a:t>
            </a:r>
            <a:r>
              <a:rPr lang="fr-FR" dirty="0"/>
              <a:t>: </a:t>
            </a:r>
          </a:p>
          <a:p>
            <a:r>
              <a:rPr lang="fr-FR" sz="1200" b="0" i="0" u="none" strike="noStrike" kern="1200" dirty="0">
                <a:solidFill>
                  <a:schemeClr val="tx1"/>
                </a:solidFill>
                <a:effectLst/>
                <a:latin typeface="+mn-lt"/>
                <a:ea typeface="+mn-ea"/>
                <a:cs typeface="+mn-cs"/>
              </a:rPr>
              <a:t>SOAP est cohérent pour l’identité car ce type de service exige un contrat très formel et stable. SOAP fournit des </a:t>
            </a:r>
            <a:r>
              <a:rPr lang="fr-FR" sz="1200" b="1" i="0" u="none" strike="noStrike" kern="1200" dirty="0">
                <a:solidFill>
                  <a:schemeClr val="tx1"/>
                </a:solidFill>
                <a:effectLst/>
                <a:latin typeface="+mn-lt"/>
                <a:ea typeface="+mn-ea"/>
                <a:cs typeface="+mn-cs"/>
              </a:rPr>
              <a:t>Strict </a:t>
            </a:r>
            <a:r>
              <a:rPr lang="fr-FR" sz="1200" b="1" i="0" u="none" strike="noStrike" kern="1200" dirty="0" err="1">
                <a:solidFill>
                  <a:schemeClr val="tx1"/>
                </a:solidFill>
                <a:effectLst/>
                <a:latin typeface="+mn-lt"/>
                <a:ea typeface="+mn-ea"/>
                <a:cs typeface="+mn-cs"/>
              </a:rPr>
              <a:t>Contracts</a:t>
            </a:r>
            <a:r>
              <a:rPr lang="fr-FR" sz="1200" b="1" i="0" u="none" strike="noStrike" kern="1200" dirty="0">
                <a:solidFill>
                  <a:schemeClr val="tx1"/>
                </a:solidFill>
                <a:effectLst/>
                <a:latin typeface="+mn-lt"/>
                <a:ea typeface="+mn-ea"/>
                <a:cs typeface="+mn-cs"/>
              </a:rPr>
              <a:t> (WSDL)</a:t>
            </a:r>
            <a:r>
              <a:rPr lang="fr-FR" sz="1200" b="0" i="0" u="none" strike="noStrike" kern="1200" dirty="0">
                <a:solidFill>
                  <a:schemeClr val="tx1"/>
                </a:solidFill>
                <a:effectLst/>
                <a:latin typeface="+mn-lt"/>
                <a:ea typeface="+mn-ea"/>
                <a:cs typeface="+mn-cs"/>
              </a:rPr>
              <a:t> : le WSDL décrit précisément les opérations, les paramètres et les formats attendus, ce qui évite les ambiguïtés d’implémentation entre client et serveur. Ensuite, SOAP est souvent utilisé en contexte “</a:t>
            </a:r>
            <a:r>
              <a:rPr lang="fr-FR" sz="1200" b="0" i="0" u="none" strike="noStrike" kern="1200" dirty="0" err="1">
                <a:solidFill>
                  <a:schemeClr val="tx1"/>
                </a:solidFill>
                <a:effectLst/>
                <a:latin typeface="+mn-lt"/>
                <a:ea typeface="+mn-ea"/>
                <a:cs typeface="+mn-cs"/>
              </a:rPr>
              <a:t>enterprise</a:t>
            </a:r>
            <a:r>
              <a:rPr lang="fr-FR" sz="1200" b="0" i="0" u="none" strike="noStrike" kern="1200" dirty="0">
                <a:solidFill>
                  <a:schemeClr val="tx1"/>
                </a:solidFill>
                <a:effectLst/>
                <a:latin typeface="+mn-lt"/>
                <a:ea typeface="+mn-ea"/>
                <a:cs typeface="+mn-cs"/>
              </a:rPr>
              <a:t>” car il peut être </a:t>
            </a:r>
            <a:r>
              <a:rPr lang="fr-FR" sz="1200" b="1" i="0" u="none" strike="noStrike" kern="1200" dirty="0" err="1">
                <a:solidFill>
                  <a:schemeClr val="tx1"/>
                </a:solidFill>
                <a:effectLst/>
                <a:latin typeface="+mn-lt"/>
                <a:ea typeface="+mn-ea"/>
                <a:cs typeface="+mn-cs"/>
              </a:rPr>
              <a:t>Highly</a:t>
            </a:r>
            <a:r>
              <a:rPr lang="fr-FR" sz="1200" b="1" i="0" u="none" strike="noStrike" kern="1200" dirty="0">
                <a:solidFill>
                  <a:schemeClr val="tx1"/>
                </a:solidFill>
                <a:effectLst/>
                <a:latin typeface="+mn-lt"/>
                <a:ea typeface="+mn-ea"/>
                <a:cs typeface="+mn-cs"/>
              </a:rPr>
              <a:t> </a:t>
            </a:r>
            <a:r>
              <a:rPr lang="fr-FR" sz="1200" b="1" i="0" u="none" strike="noStrike" kern="1200" dirty="0" err="1">
                <a:solidFill>
                  <a:schemeClr val="tx1"/>
                </a:solidFill>
                <a:effectLst/>
                <a:latin typeface="+mn-lt"/>
                <a:ea typeface="+mn-ea"/>
                <a:cs typeface="+mn-cs"/>
              </a:rPr>
              <a:t>secure</a:t>
            </a:r>
            <a:r>
              <a:rPr lang="fr-FR" sz="1200" b="1" i="0" u="none" strike="noStrike" kern="1200" dirty="0">
                <a:solidFill>
                  <a:schemeClr val="tx1"/>
                </a:solidFill>
                <a:effectLst/>
                <a:latin typeface="+mn-lt"/>
                <a:ea typeface="+mn-ea"/>
                <a:cs typeface="+mn-cs"/>
              </a:rPr>
              <a:t> (WS-Security)</a:t>
            </a:r>
            <a:r>
              <a:rPr lang="fr-FR" sz="1200" b="0" i="0" u="none" strike="noStrike" kern="1200" dirty="0">
                <a:solidFill>
                  <a:schemeClr val="tx1"/>
                </a:solidFill>
                <a:effectLst/>
                <a:latin typeface="+mn-lt"/>
                <a:ea typeface="+mn-ea"/>
                <a:cs typeface="+mn-cs"/>
              </a:rPr>
              <a:t> : WS-Security permet de sécuriser le message lui-même, et pas seulement la connexion. Concrètement, </a:t>
            </a:r>
            <a:r>
              <a:rPr lang="fr-FR" sz="1200" b="0" i="1" u="none" strike="noStrike" kern="1200" dirty="0">
                <a:solidFill>
                  <a:schemeClr val="tx1"/>
                </a:solidFill>
                <a:effectLst/>
                <a:latin typeface="+mn-lt"/>
                <a:ea typeface="+mn-ea"/>
                <a:cs typeface="+mn-cs"/>
              </a:rPr>
              <a:t>message-</a:t>
            </a:r>
            <a:r>
              <a:rPr lang="fr-FR" sz="1200" b="0" i="1" u="none" strike="noStrike" kern="1200" dirty="0" err="1">
                <a:solidFill>
                  <a:schemeClr val="tx1"/>
                </a:solidFill>
                <a:effectLst/>
                <a:latin typeface="+mn-lt"/>
                <a:ea typeface="+mn-ea"/>
                <a:cs typeface="+mn-cs"/>
              </a:rPr>
              <a:t>level</a:t>
            </a:r>
            <a:r>
              <a:rPr lang="fr-FR" sz="1200" b="0" i="1" u="none" strike="noStrike" kern="1200" dirty="0">
                <a:solidFill>
                  <a:schemeClr val="tx1"/>
                </a:solidFill>
                <a:effectLst/>
                <a:latin typeface="+mn-lt"/>
                <a:ea typeface="+mn-ea"/>
                <a:cs typeface="+mn-cs"/>
              </a:rPr>
              <a:t> </a:t>
            </a:r>
            <a:r>
              <a:rPr lang="fr-FR" sz="1200" b="0" i="1" u="none" strike="noStrike" kern="1200" dirty="0" err="1">
                <a:solidFill>
                  <a:schemeClr val="tx1"/>
                </a:solidFill>
                <a:effectLst/>
                <a:latin typeface="+mn-lt"/>
                <a:ea typeface="+mn-ea"/>
                <a:cs typeface="+mn-cs"/>
              </a:rPr>
              <a:t>encryption</a:t>
            </a:r>
            <a:r>
              <a:rPr lang="fr-FR" sz="1200" b="0" i="1" u="none" strike="noStrike" kern="1200" dirty="0">
                <a:solidFill>
                  <a:schemeClr val="tx1"/>
                </a:solidFill>
                <a:effectLst/>
                <a:latin typeface="+mn-lt"/>
                <a:ea typeface="+mn-ea"/>
                <a:cs typeface="+mn-cs"/>
              </a:rPr>
              <a:t> and </a:t>
            </a:r>
            <a:r>
              <a:rPr lang="fr-FR" sz="1200" b="0" i="1" u="none" strike="noStrike" kern="1200" dirty="0" err="1">
                <a:solidFill>
                  <a:schemeClr val="tx1"/>
                </a:solidFill>
                <a:effectLst/>
                <a:latin typeface="+mn-lt"/>
                <a:ea typeface="+mn-ea"/>
                <a:cs typeface="+mn-cs"/>
              </a:rPr>
              <a:t>signatures</a:t>
            </a:r>
            <a:r>
              <a:rPr lang="fr-FR" sz="1200" b="0" i="0" u="none" strike="noStrike" kern="1200" dirty="0" err="1">
                <a:solidFill>
                  <a:schemeClr val="tx1"/>
                </a:solidFill>
                <a:effectLst/>
                <a:latin typeface="+mn-lt"/>
                <a:ea typeface="+mn-ea"/>
                <a:cs typeface="+mn-cs"/>
              </a:rPr>
              <a:t>signifie</a:t>
            </a:r>
            <a:r>
              <a:rPr lang="fr-FR" sz="1200" b="0" i="0" u="none" strike="noStrike" kern="1200" dirty="0">
                <a:solidFill>
                  <a:schemeClr val="tx1"/>
                </a:solidFill>
                <a:effectLst/>
                <a:latin typeface="+mn-lt"/>
                <a:ea typeface="+mn-ea"/>
                <a:cs typeface="+mn-cs"/>
              </a:rPr>
              <a:t> que le contenu SOAP peut être chiffré et signé : on garantit la confidentialité, l’intégrité et l’authenticité du message même s’il transite par plusieurs intermédiaires. Enfin, SOAP supporte des mécanismes de robustesse avancés : </a:t>
            </a:r>
            <a:r>
              <a:rPr lang="fr-FR" sz="1200" b="0" i="1" u="none" strike="noStrike" kern="1200" dirty="0">
                <a:solidFill>
                  <a:schemeClr val="tx1"/>
                </a:solidFill>
                <a:effectLst/>
                <a:latin typeface="+mn-lt"/>
                <a:ea typeface="+mn-ea"/>
                <a:cs typeface="+mn-cs"/>
              </a:rPr>
              <a:t>ACID compliant</a:t>
            </a:r>
            <a:r>
              <a:rPr lang="fr-FR" sz="1200" b="0" i="0" u="none" strike="noStrike" kern="1200" dirty="0">
                <a:solidFill>
                  <a:schemeClr val="tx1"/>
                </a:solidFill>
                <a:effectLst/>
                <a:latin typeface="+mn-lt"/>
                <a:ea typeface="+mn-ea"/>
                <a:cs typeface="+mn-cs"/>
              </a:rPr>
              <a:t> et </a:t>
            </a:r>
            <a:r>
              <a:rPr lang="fr-FR" sz="1200" b="0" i="1" u="none" strike="noStrike" kern="1200" dirty="0" err="1">
                <a:solidFill>
                  <a:schemeClr val="tx1"/>
                </a:solidFill>
                <a:effectLst/>
                <a:latin typeface="+mn-lt"/>
                <a:ea typeface="+mn-ea"/>
                <a:cs typeface="+mn-cs"/>
              </a:rPr>
              <a:t>distributed</a:t>
            </a:r>
            <a:r>
              <a:rPr lang="fr-FR" sz="1200" b="0" i="1" u="none" strike="noStrike" kern="1200" dirty="0">
                <a:solidFill>
                  <a:schemeClr val="tx1"/>
                </a:solidFill>
                <a:effectLst/>
                <a:latin typeface="+mn-lt"/>
                <a:ea typeface="+mn-ea"/>
                <a:cs typeface="+mn-cs"/>
              </a:rPr>
              <a:t> transactions (WS-AT)</a:t>
            </a:r>
            <a:r>
              <a:rPr lang="fr-FR" sz="1200" b="0" i="0" u="none" strike="noStrike" kern="1200" dirty="0">
                <a:solidFill>
                  <a:schemeClr val="tx1"/>
                </a:solidFill>
                <a:effectLst/>
                <a:latin typeface="+mn-lt"/>
                <a:ea typeface="+mn-ea"/>
                <a:cs typeface="+mn-cs"/>
              </a:rPr>
              <a:t> renvoient à l’idée qu’on peut gérer des transactions cohérentes sur plusieurs systèmes (si nécessaire). Et si on a un besoin de suivi de session, SOAP peut aussi gérer des </a:t>
            </a:r>
            <a:r>
              <a:rPr lang="fr-FR" sz="1200" b="1" i="0" u="none" strike="noStrike" kern="1200" dirty="0" err="1">
                <a:solidFill>
                  <a:schemeClr val="tx1"/>
                </a:solidFill>
                <a:effectLst/>
                <a:latin typeface="+mn-lt"/>
                <a:ea typeface="+mn-ea"/>
                <a:cs typeface="+mn-cs"/>
              </a:rPr>
              <a:t>Stateful</a:t>
            </a:r>
            <a:r>
              <a:rPr lang="fr-FR" sz="1200" b="1" i="0" u="none" strike="noStrike" kern="1200" dirty="0">
                <a:solidFill>
                  <a:schemeClr val="tx1"/>
                </a:solidFill>
                <a:effectLst/>
                <a:latin typeface="+mn-lt"/>
                <a:ea typeface="+mn-ea"/>
                <a:cs typeface="+mn-cs"/>
              </a:rPr>
              <a:t> </a:t>
            </a:r>
            <a:r>
              <a:rPr lang="fr-FR" sz="1200" b="1" i="0" u="none" strike="noStrike" kern="1200" dirty="0" err="1">
                <a:solidFill>
                  <a:schemeClr val="tx1"/>
                </a:solidFill>
                <a:effectLst/>
                <a:latin typeface="+mn-lt"/>
                <a:ea typeface="+mn-ea"/>
                <a:cs typeface="+mn-cs"/>
              </a:rPr>
              <a:t>operations</a:t>
            </a:r>
            <a:r>
              <a:rPr lang="fr-FR" sz="1200" b="0" i="0" u="none" strike="noStrike" kern="1200" dirty="0">
                <a:solidFill>
                  <a:schemeClr val="tx1"/>
                </a:solidFill>
                <a:effectLst/>
                <a:latin typeface="+mn-lt"/>
                <a:ea typeface="+mn-ea"/>
                <a:cs typeface="+mn-cs"/>
              </a:rPr>
              <a:t>, ce qui est parfois utile dans des workflows administratifs. </a:t>
            </a:r>
          </a:p>
          <a:p>
            <a:endParaRPr lang="fr-FR" sz="1200" b="0" i="0" u="none" strike="noStrike" kern="1200" dirty="0">
              <a:solidFill>
                <a:schemeClr val="tx1"/>
              </a:solidFill>
              <a:effectLst/>
              <a:latin typeface="+mn-lt"/>
              <a:ea typeface="+mn-ea"/>
              <a:cs typeface="+mn-cs"/>
            </a:endParaRPr>
          </a:p>
          <a:p>
            <a:r>
              <a:rPr lang="fr-FR" sz="1200" b="0" i="0" u="none" strike="noStrike" kern="1200" dirty="0">
                <a:solidFill>
                  <a:schemeClr val="tx1"/>
                </a:solidFill>
                <a:effectLst/>
                <a:latin typeface="+mn-lt"/>
                <a:ea typeface="+mn-ea"/>
                <a:cs typeface="+mn-cs"/>
              </a:rPr>
              <a:t>---------</a:t>
            </a:r>
            <a:endParaRPr lang="fr-FR" dirty="0"/>
          </a:p>
          <a:p>
            <a:endParaRPr lang="fr-FR" dirty="0"/>
          </a:p>
          <a:p>
            <a:r>
              <a:rPr lang="fr-FR" b="1" dirty="0" err="1"/>
              <a:t>InsuranceGRPCService</a:t>
            </a:r>
            <a:r>
              <a:rPr lang="fr-FR" b="1" dirty="0"/>
              <a:t> (</a:t>
            </a:r>
            <a:r>
              <a:rPr lang="fr-FR" b="1" dirty="0" err="1"/>
              <a:t>gRPC</a:t>
            </a:r>
            <a:r>
              <a:rPr lang="fr-FR" b="1" dirty="0"/>
              <a:t>)</a:t>
            </a:r>
            <a:r>
              <a:rPr lang="fr-FR" dirty="0"/>
              <a:t> utilise une méthode RPC (</a:t>
            </a:r>
            <a:r>
              <a:rPr lang="fr-FR" dirty="0" err="1"/>
              <a:t>Remote</a:t>
            </a:r>
            <a:r>
              <a:rPr lang="fr-FR" dirty="0"/>
              <a:t> </a:t>
            </a:r>
            <a:r>
              <a:rPr lang="fr-FR" dirty="0" err="1"/>
              <a:t>Procedure</a:t>
            </a:r>
            <a:r>
              <a:rPr lang="fr-FR" dirty="0"/>
              <a:t> Call, donc on appelle une fonction qui se trouve sur un autre serveur) qui s’appelle ici </a:t>
            </a:r>
            <a:r>
              <a:rPr lang="fr-FR" sz="1200" kern="1200" dirty="0" err="1">
                <a:solidFill>
                  <a:schemeClr val="tx1"/>
                </a:solidFill>
                <a:latin typeface="+mn-lt"/>
                <a:ea typeface="+mn-ea"/>
                <a:cs typeface="+mn-cs"/>
              </a:rPr>
              <a:t>CheckCoverage</a:t>
            </a:r>
            <a:r>
              <a:rPr lang="fr-FR" sz="1200" kern="1200" dirty="0">
                <a:solidFill>
                  <a:schemeClr val="tx1"/>
                </a:solidFill>
                <a:latin typeface="+mn-lt"/>
                <a:ea typeface="+mn-ea"/>
                <a:cs typeface="+mn-cs"/>
              </a:rPr>
              <a:t> et qui est </a:t>
            </a:r>
            <a:r>
              <a:rPr lang="fr-FR" dirty="0"/>
              <a:t>définie dans un fichier </a:t>
            </a:r>
            <a:r>
              <a:rPr lang="fr-FR" sz="1200" kern="1200" dirty="0">
                <a:solidFill>
                  <a:schemeClr val="tx1"/>
                </a:solidFill>
                <a:latin typeface="+mn-lt"/>
                <a:ea typeface="+mn-ea"/>
                <a:cs typeface="+mn-cs"/>
              </a:rPr>
              <a:t>.proto</a:t>
            </a:r>
            <a:r>
              <a:rPr lang="fr-FR" dirty="0"/>
              <a:t>. Cette méthode permet à l’orchestrateur de vérifier, si une assurance est valide et si un acte médical est couvert. Elle reçoit pour cela l’identifiant de l’assurance, l’acte médical et le coût estimé, puis retourne le résultat de la vérification.</a:t>
            </a:r>
          </a:p>
          <a:p>
            <a:br>
              <a:rPr lang="fr-FR" dirty="0"/>
            </a:br>
            <a:r>
              <a:rPr lang="fr-FR" sz="1200" b="0" i="0" u="none" strike="noStrike" kern="1200" dirty="0" err="1">
                <a:solidFill>
                  <a:schemeClr val="tx1"/>
                </a:solidFill>
                <a:effectLst/>
                <a:latin typeface="+mn-lt"/>
                <a:ea typeface="+mn-ea"/>
                <a:cs typeface="+mn-cs"/>
              </a:rPr>
              <a:t>gRPC</a:t>
            </a:r>
            <a:r>
              <a:rPr lang="fr-FR" sz="1200" b="0" i="0" u="none" strike="noStrike" kern="1200" dirty="0">
                <a:solidFill>
                  <a:schemeClr val="tx1"/>
                </a:solidFill>
                <a:effectLst/>
                <a:latin typeface="+mn-lt"/>
                <a:ea typeface="+mn-ea"/>
                <a:cs typeface="+mn-cs"/>
              </a:rPr>
              <a:t> vise le </a:t>
            </a:r>
            <a:r>
              <a:rPr lang="fr-FR" sz="1200" b="1" i="0" u="none" strike="noStrike" kern="1200" dirty="0">
                <a:solidFill>
                  <a:schemeClr val="tx1"/>
                </a:solidFill>
                <a:effectLst/>
                <a:latin typeface="+mn-lt"/>
                <a:ea typeface="+mn-ea"/>
                <a:cs typeface="+mn-cs"/>
              </a:rPr>
              <a:t>High Performance</a:t>
            </a:r>
            <a:r>
              <a:rPr lang="fr-FR" sz="1200" b="0" i="0" u="none" strike="noStrike" kern="1200" dirty="0">
                <a:solidFill>
                  <a:schemeClr val="tx1"/>
                </a:solidFill>
                <a:effectLst/>
                <a:latin typeface="+mn-lt"/>
                <a:ea typeface="+mn-ea"/>
                <a:cs typeface="+mn-cs"/>
              </a:rPr>
              <a:t> en utilisant </a:t>
            </a:r>
            <a:r>
              <a:rPr lang="fr-FR" sz="1200" b="1" i="0" u="none" strike="noStrike" kern="1200" dirty="0">
                <a:solidFill>
                  <a:schemeClr val="tx1"/>
                </a:solidFill>
                <a:effectLst/>
                <a:latin typeface="+mn-lt"/>
                <a:ea typeface="+mn-ea"/>
                <a:cs typeface="+mn-cs"/>
              </a:rPr>
              <a:t>Protocol Buffers (</a:t>
            </a:r>
            <a:r>
              <a:rPr lang="fr-FR" sz="1200" b="1" i="0" u="none" strike="noStrike" kern="1200" dirty="0" err="1">
                <a:solidFill>
                  <a:schemeClr val="tx1"/>
                </a:solidFill>
                <a:effectLst/>
                <a:latin typeface="+mn-lt"/>
                <a:ea typeface="+mn-ea"/>
                <a:cs typeface="+mn-cs"/>
              </a:rPr>
              <a:t>Protobuf</a:t>
            </a:r>
            <a:r>
              <a:rPr lang="fr-FR" sz="1200" b="1" i="0" u="none" strike="noStrike" kern="1200" dirty="0">
                <a:solidFill>
                  <a:schemeClr val="tx1"/>
                </a:solidFill>
                <a:effectLst/>
                <a:latin typeface="+mn-lt"/>
                <a:ea typeface="+mn-ea"/>
                <a:cs typeface="+mn-cs"/>
              </a:rPr>
              <a:t>) — a </a:t>
            </a:r>
            <a:r>
              <a:rPr lang="fr-FR" sz="1200" b="1" i="0" u="none" strike="noStrike" kern="1200" dirty="0" err="1">
                <a:solidFill>
                  <a:schemeClr val="tx1"/>
                </a:solidFill>
                <a:effectLst/>
                <a:latin typeface="+mn-lt"/>
                <a:ea typeface="+mn-ea"/>
                <a:cs typeface="+mn-cs"/>
              </a:rPr>
              <a:t>binary</a:t>
            </a:r>
            <a:r>
              <a:rPr lang="fr-FR" sz="1200" b="1" i="0" u="none" strike="noStrike" kern="1200" dirty="0">
                <a:solidFill>
                  <a:schemeClr val="tx1"/>
                </a:solidFill>
                <a:effectLst/>
                <a:latin typeface="+mn-lt"/>
                <a:ea typeface="+mn-ea"/>
                <a:cs typeface="+mn-cs"/>
              </a:rPr>
              <a:t> format</a:t>
            </a:r>
            <a:r>
              <a:rPr lang="fr-FR" sz="1200" b="0" i="0" u="none" strike="noStrike" kern="1200" dirty="0">
                <a:solidFill>
                  <a:schemeClr val="tx1"/>
                </a:solidFill>
                <a:effectLst/>
                <a:latin typeface="+mn-lt"/>
                <a:ea typeface="+mn-ea"/>
                <a:cs typeface="+mn-cs"/>
              </a:rPr>
              <a:t> : au lieu d’envoyer du texte (JSON/XML), on envoie un format binaire plus compact et plus rapide, ce qui diminue la latence. </a:t>
            </a:r>
          </a:p>
          <a:p>
            <a:endParaRPr lang="fr-FR" sz="1200" b="0" i="0" u="none" strike="noStrike" kern="1200" dirty="0">
              <a:solidFill>
                <a:schemeClr val="tx1"/>
              </a:solidFill>
              <a:effectLst/>
              <a:latin typeface="+mn-lt"/>
              <a:ea typeface="+mn-ea"/>
              <a:cs typeface="+mn-cs"/>
            </a:endParaRPr>
          </a:p>
          <a:p>
            <a:r>
              <a:rPr lang="fr-FR" sz="1200" b="0" i="0" u="none" strike="noStrike" kern="1200" dirty="0">
                <a:solidFill>
                  <a:schemeClr val="tx1"/>
                </a:solidFill>
                <a:effectLst/>
                <a:latin typeface="+mn-lt"/>
                <a:ea typeface="+mn-ea"/>
                <a:cs typeface="+mn-cs"/>
              </a:rPr>
              <a:t>De plus, </a:t>
            </a:r>
            <a:r>
              <a:rPr lang="fr-FR" sz="1200" b="0" i="0" u="none" strike="noStrike" kern="1200" dirty="0" err="1">
                <a:solidFill>
                  <a:schemeClr val="tx1"/>
                </a:solidFill>
                <a:effectLst/>
                <a:latin typeface="+mn-lt"/>
                <a:ea typeface="+mn-ea"/>
                <a:cs typeface="+mn-cs"/>
              </a:rPr>
              <a:t>gRPC</a:t>
            </a:r>
            <a:r>
              <a:rPr lang="fr-FR" sz="1200" b="0" i="0" u="none" strike="noStrike" kern="1200" dirty="0">
                <a:solidFill>
                  <a:schemeClr val="tx1"/>
                </a:solidFill>
                <a:effectLst/>
                <a:latin typeface="+mn-lt"/>
                <a:ea typeface="+mn-ea"/>
                <a:cs typeface="+mn-cs"/>
              </a:rPr>
              <a:t> s’appuie sur les </a:t>
            </a:r>
            <a:r>
              <a:rPr lang="fr-FR" sz="1200" b="1" i="0" u="none" strike="noStrike" kern="1200" dirty="0">
                <a:solidFill>
                  <a:schemeClr val="tx1"/>
                </a:solidFill>
                <a:effectLst/>
                <a:latin typeface="+mn-lt"/>
                <a:ea typeface="+mn-ea"/>
                <a:cs typeface="+mn-cs"/>
              </a:rPr>
              <a:t>HTTP/2 </a:t>
            </a:r>
            <a:r>
              <a:rPr lang="fr-FR" sz="1200" b="1" i="0" u="none" strike="noStrike" kern="1200" dirty="0" err="1">
                <a:solidFill>
                  <a:schemeClr val="tx1"/>
                </a:solidFill>
                <a:effectLst/>
                <a:latin typeface="+mn-lt"/>
                <a:ea typeface="+mn-ea"/>
                <a:cs typeface="+mn-cs"/>
              </a:rPr>
              <a:t>Advantages</a:t>
            </a:r>
            <a:r>
              <a:rPr lang="fr-FR" sz="1200" b="0" i="0" u="none" strike="noStrike" kern="1200" dirty="0">
                <a:solidFill>
                  <a:schemeClr val="tx1"/>
                </a:solidFill>
                <a:effectLst/>
                <a:latin typeface="+mn-lt"/>
                <a:ea typeface="+mn-ea"/>
                <a:cs typeface="+mn-cs"/>
              </a:rPr>
              <a:t> : HTTP/2 permet notamment le </a:t>
            </a:r>
            <a:r>
              <a:rPr lang="fr-FR" sz="1200" b="1" i="0" u="none" strike="noStrike" kern="1200" dirty="0" err="1">
                <a:solidFill>
                  <a:schemeClr val="tx1"/>
                </a:solidFill>
                <a:effectLst/>
                <a:latin typeface="+mn-lt"/>
                <a:ea typeface="+mn-ea"/>
                <a:cs typeface="+mn-cs"/>
              </a:rPr>
              <a:t>Multiplexing</a:t>
            </a:r>
            <a:r>
              <a:rPr lang="fr-FR" sz="1200" b="0" i="0" u="none" strike="noStrike" kern="1200" dirty="0">
                <a:solidFill>
                  <a:schemeClr val="tx1"/>
                </a:solidFill>
                <a:effectLst/>
                <a:latin typeface="+mn-lt"/>
                <a:ea typeface="+mn-ea"/>
                <a:cs typeface="+mn-cs"/>
              </a:rPr>
              <a:t>, c’est-à-dire l’envoi de plusieurs appels </a:t>
            </a:r>
            <a:r>
              <a:rPr lang="fr-FR" sz="1200" b="0" i="0" u="none" strike="noStrike" kern="1200" dirty="0" err="1">
                <a:solidFill>
                  <a:schemeClr val="tx1"/>
                </a:solidFill>
                <a:effectLst/>
                <a:latin typeface="+mn-lt"/>
                <a:ea typeface="+mn-ea"/>
                <a:cs typeface="+mn-cs"/>
              </a:rPr>
              <a:t>gRDC</a:t>
            </a:r>
            <a:r>
              <a:rPr lang="fr-FR" sz="1200" b="0" i="0" u="none" strike="noStrike" kern="1200" dirty="0">
                <a:solidFill>
                  <a:schemeClr val="tx1"/>
                </a:solidFill>
                <a:effectLst/>
                <a:latin typeface="+mn-lt"/>
                <a:ea typeface="+mn-ea"/>
                <a:cs typeface="+mn-cs"/>
              </a:rPr>
              <a:t> en parallèle sur une même connexion réseau, améliorant ainsi les performances lorsque plusieurs demandes sont traitées simultanément. </a:t>
            </a:r>
          </a:p>
          <a:p>
            <a:endParaRPr lang="fr-FR" sz="1200" b="0" i="0" u="none" strike="noStrike" kern="1200" dirty="0">
              <a:solidFill>
                <a:schemeClr val="tx1"/>
              </a:solidFill>
              <a:effectLst/>
              <a:latin typeface="+mn-lt"/>
              <a:ea typeface="+mn-ea"/>
              <a:cs typeface="+mn-cs"/>
            </a:endParaRPr>
          </a:p>
          <a:p>
            <a:r>
              <a:rPr lang="fr-FR" sz="1200" b="0" i="0" u="none" strike="noStrike" kern="1200" dirty="0">
                <a:solidFill>
                  <a:schemeClr val="tx1"/>
                </a:solidFill>
                <a:effectLst/>
                <a:latin typeface="+mn-lt"/>
                <a:ea typeface="+mn-ea"/>
                <a:cs typeface="+mn-cs"/>
              </a:rPr>
              <a:t>Enfin, </a:t>
            </a:r>
            <a:r>
              <a:rPr lang="fr-FR" sz="1200" b="0" i="0" u="none" strike="noStrike" kern="1200" dirty="0" err="1">
                <a:solidFill>
                  <a:schemeClr val="tx1"/>
                </a:solidFill>
                <a:effectLst/>
                <a:latin typeface="+mn-lt"/>
                <a:ea typeface="+mn-ea"/>
                <a:cs typeface="+mn-cs"/>
              </a:rPr>
              <a:t>gRPC</a:t>
            </a:r>
            <a:r>
              <a:rPr lang="fr-FR" sz="1200" b="0" i="0" u="none" strike="noStrike" kern="1200" dirty="0">
                <a:solidFill>
                  <a:schemeClr val="tx1"/>
                </a:solidFill>
                <a:effectLst/>
                <a:latin typeface="+mn-lt"/>
                <a:ea typeface="+mn-ea"/>
                <a:cs typeface="+mn-cs"/>
              </a:rPr>
              <a:t> offre des </a:t>
            </a:r>
            <a:r>
              <a:rPr lang="fr-FR" sz="1200" b="1" i="0" u="none" strike="noStrike" kern="1200" dirty="0">
                <a:solidFill>
                  <a:schemeClr val="tx1"/>
                </a:solidFill>
                <a:effectLst/>
                <a:latin typeface="+mn-lt"/>
                <a:ea typeface="+mn-ea"/>
                <a:cs typeface="+mn-cs"/>
              </a:rPr>
              <a:t>Streaming </a:t>
            </a:r>
            <a:r>
              <a:rPr lang="fr-FR" sz="1200" b="1" i="0" u="none" strike="noStrike" kern="1200" dirty="0" err="1">
                <a:solidFill>
                  <a:schemeClr val="tx1"/>
                </a:solidFill>
                <a:effectLst/>
                <a:latin typeface="+mn-lt"/>
                <a:ea typeface="+mn-ea"/>
                <a:cs typeface="+mn-cs"/>
              </a:rPr>
              <a:t>Capabilities</a:t>
            </a:r>
            <a:r>
              <a:rPr lang="fr-FR" sz="1200" b="0" i="0" u="none" strike="noStrike" kern="1200" dirty="0">
                <a:solidFill>
                  <a:schemeClr val="tx1"/>
                </a:solidFill>
                <a:effectLst/>
                <a:latin typeface="+mn-lt"/>
                <a:ea typeface="+mn-ea"/>
                <a:cs typeface="+mn-cs"/>
              </a:rPr>
              <a:t> : cela signifie qu’on peut échanger des flux de messages continus dans les deux sens, entre le client et le serveur, utile si un jour l’assurance devait renvoyer plusieurs décisions ou mises à jour au fil du temps. On parle ici de </a:t>
            </a:r>
            <a:r>
              <a:rPr lang="fr-FR" b="1" dirty="0" err="1"/>
              <a:t>Bidirectional</a:t>
            </a:r>
            <a:r>
              <a:rPr lang="fr-FR" b="1" dirty="0"/>
              <a:t> streaming</a:t>
            </a:r>
            <a:r>
              <a:rPr lang="fr-FR" dirty="0"/>
              <a:t> parce que plusieurs requêtes et plusieurs réponses. </a:t>
            </a:r>
          </a:p>
          <a:p>
            <a:endParaRPr lang="fr-FR" dirty="0"/>
          </a:p>
          <a:p>
            <a:r>
              <a:rPr lang="fr-FR" dirty="0"/>
              <a:t>------</a:t>
            </a:r>
          </a:p>
          <a:p>
            <a:endParaRPr lang="fr-FR" dirty="0"/>
          </a:p>
          <a:p>
            <a:r>
              <a:rPr lang="fr-FR" b="1" dirty="0" err="1"/>
              <a:t>RiskGraphQLService</a:t>
            </a:r>
            <a:r>
              <a:rPr lang="fr-FR" b="1" dirty="0"/>
              <a:t> (</a:t>
            </a:r>
            <a:r>
              <a:rPr lang="fr-FR" b="1" dirty="0" err="1"/>
              <a:t>GraphQL</a:t>
            </a:r>
            <a:r>
              <a:rPr lang="fr-FR" b="1" dirty="0"/>
              <a:t>)</a:t>
            </a:r>
            <a:r>
              <a:rPr lang="fr-FR" dirty="0"/>
              <a:t> expose un </a:t>
            </a:r>
            <a:r>
              <a:rPr lang="fr-FR" dirty="0" err="1"/>
              <a:t>endpoint</a:t>
            </a:r>
            <a:r>
              <a:rPr lang="fr-FR" dirty="0"/>
              <a:t> unique </a:t>
            </a:r>
            <a:r>
              <a:rPr lang="fr-FR" sz="1200" kern="1200" dirty="0">
                <a:solidFill>
                  <a:schemeClr val="tx1"/>
                </a:solidFill>
                <a:latin typeface="+mn-lt"/>
                <a:ea typeface="+mn-ea"/>
                <a:cs typeface="+mn-cs"/>
              </a:rPr>
              <a:t>/</a:t>
            </a:r>
            <a:r>
              <a:rPr lang="fr-FR" sz="1200" kern="1200" dirty="0" err="1">
                <a:solidFill>
                  <a:schemeClr val="tx1"/>
                </a:solidFill>
                <a:latin typeface="+mn-lt"/>
                <a:ea typeface="+mn-ea"/>
                <a:cs typeface="+mn-cs"/>
              </a:rPr>
              <a:t>graphql</a:t>
            </a:r>
            <a:r>
              <a:rPr lang="fr-FR" dirty="0"/>
              <a:t> permettant de soumettre des requêtes de type </a:t>
            </a:r>
            <a:r>
              <a:rPr lang="fr-FR" i="1" dirty="0" err="1"/>
              <a:t>query</a:t>
            </a:r>
            <a:r>
              <a:rPr lang="fr-FR" dirty="0"/>
              <a:t>. À partir des paramètres fournis (acte médical, justification et coût estimé), le service applique une logique de </a:t>
            </a:r>
            <a:r>
              <a:rPr lang="fr-FR" dirty="0" err="1"/>
              <a:t>scoring</a:t>
            </a:r>
            <a:r>
              <a:rPr lang="fr-FR" dirty="0"/>
              <a:t> pour déterminer un niveau de risque (LOW, MEDIUM ou HIGH) ainsi qu’un indicateur de confiance. L’orchestrateur interprète ensuite cette réponse pour alimenter les règles métier.</a:t>
            </a:r>
          </a:p>
          <a:p>
            <a:endParaRPr lang="fr-FR" dirty="0"/>
          </a:p>
          <a:p>
            <a:r>
              <a:rPr lang="fr-FR" b="1" dirty="0"/>
              <a:t>EXPLICATION</a:t>
            </a:r>
            <a:r>
              <a:rPr lang="fr-FR"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u="none" strike="noStrike" kern="1200" dirty="0">
                <a:solidFill>
                  <a:schemeClr val="tx1"/>
                </a:solidFill>
                <a:effectLst/>
                <a:latin typeface="+mn-lt"/>
                <a:ea typeface="+mn-ea"/>
                <a:cs typeface="+mn-cs"/>
              </a:rPr>
              <a:t>Nous avons choisi </a:t>
            </a:r>
            <a:r>
              <a:rPr lang="fr-FR" sz="1200" b="0" i="0" u="none" strike="noStrike" kern="1200" dirty="0" err="1">
                <a:solidFill>
                  <a:schemeClr val="tx1"/>
                </a:solidFill>
                <a:effectLst/>
                <a:latin typeface="+mn-lt"/>
                <a:ea typeface="+mn-ea"/>
                <a:cs typeface="+mn-cs"/>
              </a:rPr>
              <a:t>GraphQL</a:t>
            </a:r>
            <a:r>
              <a:rPr lang="fr-FR" sz="1200" b="0" i="0" u="none" strike="noStrike" kern="1200" dirty="0">
                <a:solidFill>
                  <a:schemeClr val="tx1"/>
                </a:solidFill>
                <a:effectLst/>
                <a:latin typeface="+mn-lt"/>
                <a:ea typeface="+mn-ea"/>
                <a:cs typeface="+mn-cs"/>
              </a:rPr>
              <a:t> pour le </a:t>
            </a:r>
            <a:r>
              <a:rPr lang="fr-FR" sz="1200" b="0" i="0" u="none" strike="noStrike" kern="1200" dirty="0" err="1">
                <a:solidFill>
                  <a:schemeClr val="tx1"/>
                </a:solidFill>
                <a:effectLst/>
                <a:latin typeface="+mn-lt"/>
                <a:ea typeface="+mn-ea"/>
                <a:cs typeface="+mn-cs"/>
              </a:rPr>
              <a:t>scoring</a:t>
            </a:r>
            <a:r>
              <a:rPr lang="fr-FR" sz="1200" b="0" i="0" u="none" strike="noStrike" kern="1200" dirty="0">
                <a:solidFill>
                  <a:schemeClr val="tx1"/>
                </a:solidFill>
                <a:effectLst/>
                <a:latin typeface="+mn-lt"/>
                <a:ea typeface="+mn-ea"/>
                <a:cs typeface="+mn-cs"/>
              </a:rPr>
              <a:t> car l’objectif est d’obtenir une réponse très précise et stable dans le temps. </a:t>
            </a:r>
            <a:r>
              <a:rPr lang="fr-FR" sz="1200" b="0" i="0" u="none" strike="noStrike" kern="1200" dirty="0" err="1">
                <a:solidFill>
                  <a:schemeClr val="tx1"/>
                </a:solidFill>
                <a:effectLst/>
                <a:latin typeface="+mn-lt"/>
                <a:ea typeface="+mn-ea"/>
                <a:cs typeface="+mn-cs"/>
              </a:rPr>
              <a:t>GraphQL</a:t>
            </a:r>
            <a:r>
              <a:rPr lang="fr-FR" sz="1200" b="0" i="0" u="none" strike="noStrike" kern="1200" dirty="0">
                <a:solidFill>
                  <a:schemeClr val="tx1"/>
                </a:solidFill>
                <a:effectLst/>
                <a:latin typeface="+mn-lt"/>
                <a:ea typeface="+mn-ea"/>
                <a:cs typeface="+mn-cs"/>
              </a:rPr>
              <a:t> permet la </a:t>
            </a:r>
            <a:r>
              <a:rPr lang="fr-FR" sz="1200" b="1" i="0" u="none" strike="noStrike" kern="1200" dirty="0" err="1">
                <a:solidFill>
                  <a:schemeClr val="tx1"/>
                </a:solidFill>
                <a:effectLst/>
                <a:latin typeface="+mn-lt"/>
                <a:ea typeface="+mn-ea"/>
                <a:cs typeface="+mn-cs"/>
              </a:rPr>
              <a:t>Precision</a:t>
            </a:r>
            <a:r>
              <a:rPr lang="fr-FR" sz="1200" b="1" i="0" u="none" strike="noStrike" kern="1200" dirty="0">
                <a:solidFill>
                  <a:schemeClr val="tx1"/>
                </a:solidFill>
                <a:effectLst/>
                <a:latin typeface="+mn-lt"/>
                <a:ea typeface="+mn-ea"/>
                <a:cs typeface="+mn-cs"/>
              </a:rPr>
              <a:t> </a:t>
            </a:r>
            <a:r>
              <a:rPr lang="fr-FR" sz="1200" b="1" i="0" u="none" strike="noStrike" kern="1200" dirty="0" err="1">
                <a:solidFill>
                  <a:schemeClr val="tx1"/>
                </a:solidFill>
                <a:effectLst/>
                <a:latin typeface="+mn-lt"/>
                <a:ea typeface="+mn-ea"/>
                <a:cs typeface="+mn-cs"/>
              </a:rPr>
              <a:t>Querying</a:t>
            </a:r>
            <a:r>
              <a:rPr lang="fr-FR" sz="1200" b="0" i="0" u="none" strike="noStrike" kern="1200" dirty="0">
                <a:solidFill>
                  <a:schemeClr val="tx1"/>
                </a:solidFill>
                <a:effectLst/>
                <a:latin typeface="+mn-lt"/>
                <a:ea typeface="+mn-ea"/>
                <a:cs typeface="+mn-cs"/>
              </a:rPr>
              <a:t> : le client décrit exactement les champs qu’il veut (par exemple </a:t>
            </a:r>
            <a:r>
              <a:rPr lang="fr-FR" sz="1200" b="0" i="1" u="none" strike="noStrike" kern="1200" dirty="0" err="1">
                <a:solidFill>
                  <a:schemeClr val="tx1"/>
                </a:solidFill>
                <a:effectLst/>
                <a:latin typeface="+mn-lt"/>
                <a:ea typeface="+mn-ea"/>
                <a:cs typeface="+mn-cs"/>
              </a:rPr>
              <a:t>riskLevel</a:t>
            </a:r>
            <a:r>
              <a:rPr lang="fr-FR" sz="1200" b="0" i="0" u="none" strike="noStrike" kern="1200" dirty="0">
                <a:solidFill>
                  <a:schemeClr val="tx1"/>
                </a:solidFill>
                <a:effectLst/>
                <a:latin typeface="+mn-lt"/>
                <a:ea typeface="+mn-ea"/>
                <a:cs typeface="+mn-cs"/>
              </a:rPr>
              <a:t> et </a:t>
            </a:r>
            <a:r>
              <a:rPr lang="fr-FR" sz="1200" b="0" i="1" u="none" strike="noStrike" kern="1200" dirty="0">
                <a:solidFill>
                  <a:schemeClr val="tx1"/>
                </a:solidFill>
                <a:effectLst/>
                <a:latin typeface="+mn-lt"/>
                <a:ea typeface="+mn-ea"/>
                <a:cs typeface="+mn-cs"/>
              </a:rPr>
              <a:t>confidence</a:t>
            </a:r>
            <a:r>
              <a:rPr lang="fr-FR" sz="1200" b="0" i="0" u="none" strike="noStrike" kern="1200" dirty="0">
                <a:solidFill>
                  <a:schemeClr val="tx1"/>
                </a:solidFill>
                <a:effectLst/>
                <a:latin typeface="+mn-lt"/>
                <a:ea typeface="+mn-ea"/>
                <a:cs typeface="+mn-cs"/>
              </a:rPr>
              <a:t>) au lieu de recevoir un objet complet imposé. Le serveur n’a pas besoin d’enregistrer tout ce qui concerne le client et ne dépend pas d’une « session ». Donc on évite l’</a:t>
            </a:r>
            <a:r>
              <a:rPr lang="fr-FR" sz="1200" b="1" i="0" u="none" strike="noStrike" kern="1200" dirty="0">
                <a:solidFill>
                  <a:schemeClr val="tx1"/>
                </a:solidFill>
                <a:effectLst/>
                <a:latin typeface="+mn-lt"/>
                <a:ea typeface="+mn-ea"/>
                <a:cs typeface="+mn-cs"/>
              </a:rPr>
              <a:t>over-</a:t>
            </a:r>
            <a:r>
              <a:rPr lang="fr-FR" sz="1200" b="1" i="0" u="none" strike="noStrike" kern="1200" dirty="0" err="1">
                <a:solidFill>
                  <a:schemeClr val="tx1"/>
                </a:solidFill>
                <a:effectLst/>
                <a:latin typeface="+mn-lt"/>
                <a:ea typeface="+mn-ea"/>
                <a:cs typeface="+mn-cs"/>
              </a:rPr>
              <a:t>fetching</a:t>
            </a:r>
            <a:r>
              <a:rPr lang="fr-FR" sz="1200" b="0" i="0" u="none" strike="noStrike" kern="1200" dirty="0">
                <a:solidFill>
                  <a:schemeClr val="tx1"/>
                </a:solidFill>
                <a:effectLst/>
                <a:latin typeface="+mn-lt"/>
                <a:ea typeface="+mn-ea"/>
                <a:cs typeface="+mn-cs"/>
              </a:rPr>
              <a:t>, c’est-à-dire le fait de recevoir des informations inutiles. Cette approche améliore l’</a:t>
            </a:r>
            <a:r>
              <a:rPr lang="fr-FR" sz="1200" b="1" i="0" u="none" strike="noStrike" kern="1200" dirty="0" err="1">
                <a:solidFill>
                  <a:schemeClr val="tx1"/>
                </a:solidFill>
                <a:effectLst/>
                <a:latin typeface="+mn-lt"/>
                <a:ea typeface="+mn-ea"/>
                <a:cs typeface="+mn-cs"/>
              </a:rPr>
              <a:t>Optimized</a:t>
            </a:r>
            <a:r>
              <a:rPr lang="fr-FR" sz="1200" b="1" i="0" u="none" strike="noStrike" kern="1200" dirty="0">
                <a:solidFill>
                  <a:schemeClr val="tx1"/>
                </a:solidFill>
                <a:effectLst/>
                <a:latin typeface="+mn-lt"/>
                <a:ea typeface="+mn-ea"/>
                <a:cs typeface="+mn-cs"/>
              </a:rPr>
              <a:t> Data </a:t>
            </a:r>
            <a:r>
              <a:rPr lang="fr-FR" sz="1200" b="1" i="0" u="none" strike="noStrike" kern="1200" dirty="0" err="1">
                <a:solidFill>
                  <a:schemeClr val="tx1"/>
                </a:solidFill>
                <a:effectLst/>
                <a:latin typeface="+mn-lt"/>
                <a:ea typeface="+mn-ea"/>
                <a:cs typeface="+mn-cs"/>
              </a:rPr>
              <a:t>Fetching</a:t>
            </a:r>
            <a:r>
              <a:rPr lang="fr-FR" sz="1200" b="0" i="0" u="none" strike="noStrike" kern="1200" dirty="0">
                <a:solidFill>
                  <a:schemeClr val="tx1"/>
                </a:solidFill>
                <a:effectLst/>
                <a:latin typeface="+mn-lt"/>
                <a:ea typeface="+mn-ea"/>
                <a:cs typeface="+mn-cs"/>
              </a:rPr>
              <a:t> et </a:t>
            </a:r>
            <a:r>
              <a:rPr lang="fr-FR" sz="1200" b="1" i="0" u="none" strike="noStrike" kern="1200" dirty="0" err="1">
                <a:solidFill>
                  <a:schemeClr val="tx1"/>
                </a:solidFill>
                <a:effectLst/>
                <a:latin typeface="+mn-lt"/>
                <a:ea typeface="+mn-ea"/>
                <a:cs typeface="+mn-cs"/>
              </a:rPr>
              <a:t>reduces</a:t>
            </a:r>
            <a:r>
              <a:rPr lang="fr-FR" sz="1200" b="1" i="0" u="none" strike="noStrike" kern="1200" dirty="0">
                <a:solidFill>
                  <a:schemeClr val="tx1"/>
                </a:solidFill>
                <a:effectLst/>
                <a:latin typeface="+mn-lt"/>
                <a:ea typeface="+mn-ea"/>
                <a:cs typeface="+mn-cs"/>
              </a:rPr>
              <a:t> </a:t>
            </a:r>
            <a:r>
              <a:rPr lang="fr-FR" sz="1200" b="1" i="0" u="none" strike="noStrike" kern="1200" dirty="0" err="1">
                <a:solidFill>
                  <a:schemeClr val="tx1"/>
                </a:solidFill>
                <a:effectLst/>
                <a:latin typeface="+mn-lt"/>
                <a:ea typeface="+mn-ea"/>
                <a:cs typeface="+mn-cs"/>
              </a:rPr>
              <a:t>bandwidth</a:t>
            </a:r>
            <a:r>
              <a:rPr lang="fr-FR" sz="1200" b="1" i="0" u="none" strike="noStrike" kern="1200" dirty="0">
                <a:solidFill>
                  <a:schemeClr val="tx1"/>
                </a:solidFill>
                <a:effectLst/>
                <a:latin typeface="+mn-lt"/>
                <a:ea typeface="+mn-ea"/>
                <a:cs typeface="+mn-cs"/>
              </a:rPr>
              <a:t> usage</a:t>
            </a:r>
            <a:r>
              <a:rPr lang="fr-FR" sz="1200" b="0" i="0" u="none" strike="noStrike" kern="1200" dirty="0">
                <a:solidFill>
                  <a:schemeClr val="tx1"/>
                </a:solidFill>
                <a:effectLst/>
                <a:latin typeface="+mn-lt"/>
                <a:ea typeface="+mn-ea"/>
                <a:cs typeface="+mn-cs"/>
              </a:rPr>
              <a:t> : on consomme moins de réseau, car on ne transporte que le strict nécessaire. Par ailleurs, </a:t>
            </a:r>
            <a:r>
              <a:rPr lang="fr-FR" sz="1200" b="0" i="0" u="none" strike="noStrike" kern="1200" dirty="0" err="1">
                <a:solidFill>
                  <a:schemeClr val="tx1"/>
                </a:solidFill>
                <a:effectLst/>
                <a:latin typeface="+mn-lt"/>
                <a:ea typeface="+mn-ea"/>
                <a:cs typeface="+mn-cs"/>
              </a:rPr>
              <a:t>GraphQL</a:t>
            </a:r>
            <a:r>
              <a:rPr lang="fr-FR" sz="1200" b="0" i="0" u="none" strike="noStrike" kern="1200" dirty="0">
                <a:solidFill>
                  <a:schemeClr val="tx1"/>
                </a:solidFill>
                <a:effectLst/>
                <a:latin typeface="+mn-lt"/>
                <a:ea typeface="+mn-ea"/>
                <a:cs typeface="+mn-cs"/>
              </a:rPr>
              <a:t> repose sur un </a:t>
            </a:r>
            <a:r>
              <a:rPr lang="fr-FR" sz="1200" b="1" i="0" u="none" strike="noStrike" kern="1200" dirty="0">
                <a:solidFill>
                  <a:schemeClr val="tx1"/>
                </a:solidFill>
                <a:effectLst/>
                <a:latin typeface="+mn-lt"/>
                <a:ea typeface="+mn-ea"/>
                <a:cs typeface="+mn-cs"/>
              </a:rPr>
              <a:t>single </a:t>
            </a:r>
            <a:r>
              <a:rPr lang="fr-FR" sz="1200" b="1" i="0" u="none" strike="noStrike" kern="1200" dirty="0" err="1">
                <a:solidFill>
                  <a:schemeClr val="tx1"/>
                </a:solidFill>
                <a:effectLst/>
                <a:latin typeface="+mn-lt"/>
                <a:ea typeface="+mn-ea"/>
                <a:cs typeface="+mn-cs"/>
              </a:rPr>
              <a:t>endpoint</a:t>
            </a:r>
            <a:r>
              <a:rPr lang="fr-FR" sz="1200" b="0" i="0" u="none" strike="noStrike" kern="1200" dirty="0">
                <a:solidFill>
                  <a:schemeClr val="tx1"/>
                </a:solidFill>
                <a:effectLst/>
                <a:latin typeface="+mn-lt"/>
                <a:ea typeface="+mn-ea"/>
                <a:cs typeface="+mn-cs"/>
              </a:rPr>
              <a:t> : toute l’API passe par un point d’entrée unique, ce qui simplifie la gestion côté client et côté serveur.  Enfin, </a:t>
            </a:r>
            <a:r>
              <a:rPr lang="fr-FR" sz="1200" b="0" i="0" u="none" strike="noStrike" kern="1200" dirty="0" err="1">
                <a:solidFill>
                  <a:schemeClr val="tx1"/>
                </a:solidFill>
                <a:effectLst/>
                <a:latin typeface="+mn-lt"/>
                <a:ea typeface="+mn-ea"/>
                <a:cs typeface="+mn-cs"/>
              </a:rPr>
              <a:t>GraphQL</a:t>
            </a:r>
            <a:r>
              <a:rPr lang="fr-FR" sz="1200" b="0" i="0" u="none" strike="noStrike" kern="1200" dirty="0">
                <a:solidFill>
                  <a:schemeClr val="tx1"/>
                </a:solidFill>
                <a:effectLst/>
                <a:latin typeface="+mn-lt"/>
                <a:ea typeface="+mn-ea"/>
                <a:cs typeface="+mn-cs"/>
              </a:rPr>
              <a:t> est </a:t>
            </a:r>
            <a:r>
              <a:rPr lang="fr-FR" sz="1200" b="1" i="0" u="none" strike="noStrike" kern="1200" dirty="0" err="1">
                <a:solidFill>
                  <a:schemeClr val="tx1"/>
                </a:solidFill>
                <a:effectLst/>
                <a:latin typeface="+mn-lt"/>
                <a:ea typeface="+mn-ea"/>
                <a:cs typeface="+mn-cs"/>
              </a:rPr>
              <a:t>Strongly</a:t>
            </a:r>
            <a:r>
              <a:rPr lang="fr-FR" sz="1200" b="1" i="0" u="none" strike="noStrike" kern="1200" dirty="0">
                <a:solidFill>
                  <a:schemeClr val="tx1"/>
                </a:solidFill>
                <a:effectLst/>
                <a:latin typeface="+mn-lt"/>
                <a:ea typeface="+mn-ea"/>
                <a:cs typeface="+mn-cs"/>
              </a:rPr>
              <a:t> </a:t>
            </a:r>
            <a:r>
              <a:rPr lang="fr-FR" sz="1200" b="1" i="0" u="none" strike="noStrike" kern="1200" dirty="0" err="1">
                <a:solidFill>
                  <a:schemeClr val="tx1"/>
                </a:solidFill>
                <a:effectLst/>
                <a:latin typeface="+mn-lt"/>
                <a:ea typeface="+mn-ea"/>
                <a:cs typeface="+mn-cs"/>
              </a:rPr>
              <a:t>typed</a:t>
            </a:r>
            <a:r>
              <a:rPr lang="fr-FR" sz="1200" b="0" i="0" u="none" strike="noStrike" kern="1200" dirty="0">
                <a:solidFill>
                  <a:schemeClr val="tx1"/>
                </a:solidFill>
                <a:effectLst/>
                <a:latin typeface="+mn-lt"/>
                <a:ea typeface="+mn-ea"/>
                <a:cs typeface="+mn-cs"/>
              </a:rPr>
              <a:t> : le schéma définit précisément les types et champs attendus, ce qui réduit les erreurs de contrat. C’est pourquoi </a:t>
            </a:r>
            <a:r>
              <a:rPr lang="fr-FR" sz="1200" b="0" i="0" u="none" strike="noStrike" kern="1200" dirty="0" err="1">
                <a:solidFill>
                  <a:schemeClr val="tx1"/>
                </a:solidFill>
                <a:effectLst/>
                <a:latin typeface="+mn-lt"/>
                <a:ea typeface="+mn-ea"/>
                <a:cs typeface="+mn-cs"/>
              </a:rPr>
              <a:t>GraphQL</a:t>
            </a:r>
            <a:r>
              <a:rPr lang="fr-FR" sz="1200" b="0" i="0" u="none" strike="noStrike" kern="1200" dirty="0">
                <a:solidFill>
                  <a:schemeClr val="tx1"/>
                </a:solidFill>
                <a:effectLst/>
                <a:latin typeface="+mn-lt"/>
                <a:ea typeface="+mn-ea"/>
                <a:cs typeface="+mn-cs"/>
              </a:rPr>
              <a:t> est aussi favorable à l’</a:t>
            </a:r>
            <a:r>
              <a:rPr lang="fr-FR" sz="1200" b="1" i="0" u="none" strike="noStrike" kern="1200" dirty="0">
                <a:solidFill>
                  <a:schemeClr val="tx1"/>
                </a:solidFill>
                <a:effectLst/>
                <a:latin typeface="+mn-lt"/>
                <a:ea typeface="+mn-ea"/>
                <a:cs typeface="+mn-cs"/>
              </a:rPr>
              <a:t>Evolution</a:t>
            </a:r>
            <a:r>
              <a:rPr lang="fr-FR" sz="1200" b="0" i="0" u="none" strike="noStrike" kern="1200" dirty="0">
                <a:solidFill>
                  <a:schemeClr val="tx1"/>
                </a:solidFill>
                <a:effectLst/>
                <a:latin typeface="+mn-lt"/>
                <a:ea typeface="+mn-ea"/>
                <a:cs typeface="+mn-cs"/>
              </a:rPr>
              <a:t> : on peut ajouter des champs au schéma sans casser les requêtes existantes, car le client ne demande que ce qu’il utilise.</a:t>
            </a:r>
            <a:endParaRPr lang="fr-FR" dirty="0"/>
          </a:p>
          <a:p>
            <a:endParaRPr lang="fr-FR" sz="1200" b="0" i="0" u="none" strike="noStrike" kern="1200" dirty="0">
              <a:solidFill>
                <a:schemeClr val="tx1"/>
              </a:solidFill>
              <a:effectLst/>
              <a:latin typeface="+mn-lt"/>
              <a:ea typeface="+mn-ea"/>
              <a:cs typeface="+mn-cs"/>
            </a:endParaRPr>
          </a:p>
          <a:p>
            <a:endParaRPr lang="fr-FR" sz="1200" b="0" i="0" u="none" strike="noStrike" kern="1200" dirty="0">
              <a:solidFill>
                <a:schemeClr val="tx1"/>
              </a:solidFill>
              <a:effectLst/>
              <a:latin typeface="+mn-lt"/>
              <a:ea typeface="+mn-ea"/>
              <a:cs typeface="+mn-cs"/>
            </a:endParaRPr>
          </a:p>
          <a:p>
            <a:r>
              <a:rPr lang="fr-FR" dirty="0"/>
              <a:t>-------</a:t>
            </a:r>
          </a:p>
          <a:p>
            <a:endParaRPr lang="fr-FR" dirty="0"/>
          </a:p>
          <a:p>
            <a:r>
              <a:rPr lang="fr-FR" b="1" dirty="0" err="1"/>
              <a:t>HealthcareOrchestrator</a:t>
            </a:r>
            <a:r>
              <a:rPr lang="fr-FR" b="1" dirty="0"/>
              <a:t> (REST)</a:t>
            </a:r>
            <a:r>
              <a:rPr lang="fr-FR" dirty="0"/>
              <a:t> constitue le point d’entrée principal du système. Il reçoit les demandes de prise en charge via une API REST, orchestre l’appel des services SOAP, </a:t>
            </a:r>
            <a:r>
              <a:rPr lang="fr-FR" dirty="0" err="1"/>
              <a:t>gRPC</a:t>
            </a:r>
            <a:r>
              <a:rPr lang="fr-FR" dirty="0"/>
              <a:t> et </a:t>
            </a:r>
            <a:r>
              <a:rPr lang="fr-FR" dirty="0" err="1"/>
              <a:t>GraphQL</a:t>
            </a:r>
            <a:r>
              <a:rPr lang="fr-FR" dirty="0"/>
              <a:t>, applique les règles métier à partir des réponses obtenues et met à jour, à chaque étape, le statut et l’historique de la demande. </a:t>
            </a:r>
          </a:p>
          <a:p>
            <a:endParaRPr lang="fr-FR" dirty="0"/>
          </a:p>
          <a:p>
            <a:r>
              <a:rPr lang="fr-FR" sz="1200" b="0" i="0" u="none" strike="noStrike" kern="1200" dirty="0">
                <a:solidFill>
                  <a:schemeClr val="tx1"/>
                </a:solidFill>
                <a:effectLst/>
                <a:latin typeface="+mn-lt"/>
                <a:ea typeface="+mn-ea"/>
                <a:cs typeface="+mn-cs"/>
              </a:rPr>
              <a:t>Pour l’interface patient, REST est adapté car il repose sur un </a:t>
            </a:r>
            <a:r>
              <a:rPr lang="fr-FR" sz="1200" b="1" i="0" u="none" strike="noStrike" kern="1200" dirty="0">
                <a:solidFill>
                  <a:schemeClr val="tx1"/>
                </a:solidFill>
                <a:effectLst/>
                <a:latin typeface="+mn-lt"/>
                <a:ea typeface="+mn-ea"/>
                <a:cs typeface="+mn-cs"/>
              </a:rPr>
              <a:t>Resource-</a:t>
            </a:r>
            <a:r>
              <a:rPr lang="fr-FR" sz="1200" b="1" i="0" u="none" strike="noStrike" kern="1200" dirty="0" err="1">
                <a:solidFill>
                  <a:schemeClr val="tx1"/>
                </a:solidFill>
                <a:effectLst/>
                <a:latin typeface="+mn-lt"/>
                <a:ea typeface="+mn-ea"/>
                <a:cs typeface="+mn-cs"/>
              </a:rPr>
              <a:t>based</a:t>
            </a:r>
            <a:r>
              <a:rPr lang="fr-FR" sz="1200" b="1" i="0" u="none" strike="noStrike" kern="1200" dirty="0">
                <a:solidFill>
                  <a:schemeClr val="tx1"/>
                </a:solidFill>
                <a:effectLst/>
                <a:latin typeface="+mn-lt"/>
                <a:ea typeface="+mn-ea"/>
                <a:cs typeface="+mn-cs"/>
              </a:rPr>
              <a:t> </a:t>
            </a:r>
            <a:r>
              <a:rPr lang="fr-FR" sz="1200" b="1" i="0" u="none" strike="noStrike" kern="1200" dirty="0" err="1">
                <a:solidFill>
                  <a:schemeClr val="tx1"/>
                </a:solidFill>
                <a:effectLst/>
                <a:latin typeface="+mn-lt"/>
                <a:ea typeface="+mn-ea"/>
                <a:cs typeface="+mn-cs"/>
              </a:rPr>
              <a:t>access</a:t>
            </a:r>
            <a:r>
              <a:rPr lang="fr-FR" sz="1200" b="0" i="0" u="none" strike="noStrike" kern="1200" dirty="0">
                <a:solidFill>
                  <a:schemeClr val="tx1"/>
                </a:solidFill>
                <a:effectLst/>
                <a:latin typeface="+mn-lt"/>
                <a:ea typeface="+mn-ea"/>
                <a:cs typeface="+mn-cs"/>
              </a:rPr>
              <a:t> : on manipule des “ressources” (ici une demande de soin) via des URLs stables.</a:t>
            </a:r>
          </a:p>
          <a:p>
            <a:r>
              <a:rPr lang="fr-FR" sz="1200" b="0" i="0" u="none" strike="noStrike" kern="1200" dirty="0">
                <a:solidFill>
                  <a:schemeClr val="tx1"/>
                </a:solidFill>
                <a:effectLst/>
                <a:latin typeface="+mn-lt"/>
                <a:ea typeface="+mn-ea"/>
                <a:cs typeface="+mn-cs"/>
              </a:rPr>
              <a:t>De plus, la </a:t>
            </a:r>
            <a:r>
              <a:rPr lang="fr-FR" sz="1200" b="1" i="0" u="none" strike="noStrike" kern="1200" dirty="0" err="1">
                <a:solidFill>
                  <a:schemeClr val="tx1"/>
                </a:solidFill>
                <a:effectLst/>
                <a:latin typeface="+mn-lt"/>
                <a:ea typeface="+mn-ea"/>
                <a:cs typeface="+mn-cs"/>
              </a:rPr>
              <a:t>Statelessness</a:t>
            </a:r>
            <a:r>
              <a:rPr lang="fr-FR" sz="1200" b="0" i="0" u="none" strike="noStrike" kern="1200" dirty="0">
                <a:solidFill>
                  <a:schemeClr val="tx1"/>
                </a:solidFill>
                <a:effectLst/>
                <a:latin typeface="+mn-lt"/>
                <a:ea typeface="+mn-ea"/>
                <a:cs typeface="+mn-cs"/>
              </a:rPr>
              <a:t> signifie que le serveur n’a pas besoin de conserver une session : l’identifiant suffit à retrouver la demande, ce qui simplifie le </a:t>
            </a:r>
            <a:r>
              <a:rPr lang="fr-FR" sz="1200" b="0" i="0" u="none" strike="noStrike" kern="1200" dirty="0" err="1">
                <a:solidFill>
                  <a:schemeClr val="tx1"/>
                </a:solidFill>
                <a:effectLst/>
                <a:latin typeface="+mn-lt"/>
                <a:ea typeface="+mn-ea"/>
                <a:cs typeface="+mn-cs"/>
              </a:rPr>
              <a:t>tracking</a:t>
            </a:r>
            <a:r>
              <a:rPr lang="fr-FR" sz="1200" b="0" i="0" u="none" strike="noStrike" kern="1200" dirty="0">
                <a:solidFill>
                  <a:schemeClr val="tx1"/>
                </a:solidFill>
                <a:effectLst/>
                <a:latin typeface="+mn-lt"/>
                <a:ea typeface="+mn-ea"/>
                <a:cs typeface="+mn-cs"/>
              </a:rPr>
              <a:t>.  </a:t>
            </a:r>
          </a:p>
          <a:p>
            <a:r>
              <a:rPr lang="fr-FR" sz="1200" b="0" i="0" u="none" strike="noStrike" kern="1200" dirty="0">
                <a:solidFill>
                  <a:schemeClr val="tx1"/>
                </a:solidFill>
                <a:effectLst/>
                <a:latin typeface="+mn-lt"/>
                <a:ea typeface="+mn-ea"/>
                <a:cs typeface="+mn-cs"/>
              </a:rPr>
              <a:t>Enfin, </a:t>
            </a:r>
            <a:r>
              <a:rPr lang="fr-FR" sz="1200" b="1" i="0" u="none" strike="noStrike" kern="1200" dirty="0">
                <a:solidFill>
                  <a:schemeClr val="tx1"/>
                </a:solidFill>
                <a:effectLst/>
                <a:latin typeface="+mn-lt"/>
                <a:ea typeface="+mn-ea"/>
                <a:cs typeface="+mn-cs"/>
              </a:rPr>
              <a:t>Simple </a:t>
            </a:r>
            <a:r>
              <a:rPr lang="fr-FR" sz="1200" b="1" i="0" u="none" strike="noStrike" kern="1200" dirty="0" err="1">
                <a:solidFill>
                  <a:schemeClr val="tx1"/>
                </a:solidFill>
                <a:effectLst/>
                <a:latin typeface="+mn-lt"/>
                <a:ea typeface="+mn-ea"/>
                <a:cs typeface="+mn-cs"/>
              </a:rPr>
              <a:t>implementation</a:t>
            </a:r>
            <a:r>
              <a:rPr lang="fr-FR" sz="1200" b="1" i="0" u="none" strike="noStrike" kern="1200" dirty="0">
                <a:solidFill>
                  <a:schemeClr val="tx1"/>
                </a:solidFill>
                <a:effectLst/>
                <a:latin typeface="+mn-lt"/>
                <a:ea typeface="+mn-ea"/>
                <a:cs typeface="+mn-cs"/>
              </a:rPr>
              <a:t> </a:t>
            </a:r>
            <a:r>
              <a:rPr lang="fr-FR" sz="1200" b="0" i="0" u="none" strike="noStrike" kern="1200" dirty="0">
                <a:solidFill>
                  <a:schemeClr val="tx1"/>
                </a:solidFill>
                <a:effectLst/>
                <a:latin typeface="+mn-lt"/>
                <a:ea typeface="+mn-ea"/>
                <a:cs typeface="+mn-cs"/>
              </a:rPr>
              <a:t>parce que c’est u</a:t>
            </a:r>
            <a:r>
              <a:rPr lang="fr-FR" dirty="0"/>
              <a:t>n style d’architecture facile à mettre en place, qui repose sur des règles claires et compréhensibles, sans nécessiter d’outils ou de technologies spécialisées contrairement à </a:t>
            </a:r>
            <a:r>
              <a:rPr lang="fr-FR" dirty="0" err="1"/>
              <a:t>gRPC</a:t>
            </a:r>
            <a:r>
              <a:rPr lang="fr-FR" dirty="0"/>
              <a:t> qui a besoin d’un compilateur protoc et d’un fichier .proto</a:t>
            </a:r>
          </a:p>
          <a:p>
            <a:endParaRPr lang="fr-FR" sz="1200" b="0" i="0" u="none" strike="noStrike" kern="1200" dirty="0">
              <a:solidFill>
                <a:schemeClr val="tx1"/>
              </a:solidFill>
              <a:effectLst/>
              <a:latin typeface="+mn-lt"/>
              <a:ea typeface="+mn-ea"/>
              <a:cs typeface="+mn-cs"/>
            </a:endParaRPr>
          </a:p>
          <a:p>
            <a:r>
              <a:rPr lang="fr-FR" sz="1200" b="0" i="0" u="none" strike="noStrike" kern="1200" dirty="0">
                <a:solidFill>
                  <a:schemeClr val="tx1"/>
                </a:solidFill>
                <a:effectLst/>
                <a:latin typeface="+mn-lt"/>
                <a:ea typeface="+mn-ea"/>
                <a:cs typeface="+mn-cs"/>
              </a:rPr>
              <a:t>---</a:t>
            </a:r>
            <a:endParaRPr lang="fr-FR" dirty="0"/>
          </a:p>
          <a:p>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err="1"/>
              <a:t>NotificationService</a:t>
            </a:r>
            <a:r>
              <a:rPr lang="fr-FR" b="1" dirty="0"/>
              <a:t> (REST)</a:t>
            </a:r>
            <a:r>
              <a:rPr lang="fr-FR" dirty="0"/>
              <a:t> est chargé de recevoir des messages de notification via des requêtes HTTP POST au format JSON. Ces notifications sont émises par l’orchestrateur à chaque changement d’état significatif de la demande (soumission, validation intermédiaire ou rejet), permettant une traçabilité.</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u="none" strike="noStrike" kern="1200" dirty="0">
                <a:solidFill>
                  <a:schemeClr val="tx1"/>
                </a:solidFill>
                <a:effectLst/>
                <a:latin typeface="+mn-lt"/>
                <a:ea typeface="+mn-ea"/>
                <a:cs typeface="+mn-cs"/>
              </a:rPr>
              <a:t>REST pour les notifications car REST est basé sur des standards Web (HTTP) et offre une </a:t>
            </a:r>
            <a:r>
              <a:rPr lang="fr-FR" sz="1200" b="1" i="0" u="none" strike="noStrike" kern="1200" dirty="0">
                <a:solidFill>
                  <a:schemeClr val="tx1"/>
                </a:solidFill>
                <a:effectLst/>
                <a:latin typeface="+mn-lt"/>
                <a:ea typeface="+mn-ea"/>
                <a:cs typeface="+mn-cs"/>
              </a:rPr>
              <a:t>Standard </a:t>
            </a:r>
            <a:r>
              <a:rPr lang="fr-FR" sz="1200" b="1" i="0" u="none" strike="noStrike" kern="1200" dirty="0" err="1">
                <a:solidFill>
                  <a:schemeClr val="tx1"/>
                </a:solidFill>
                <a:effectLst/>
                <a:latin typeface="+mn-lt"/>
                <a:ea typeface="+mn-ea"/>
                <a:cs typeface="+mn-cs"/>
              </a:rPr>
              <a:t>Interoperability</a:t>
            </a:r>
            <a:r>
              <a:rPr lang="fr-FR" sz="1200" b="0" i="0" u="none" strike="noStrike" kern="1200" dirty="0">
                <a:solidFill>
                  <a:schemeClr val="tx1"/>
                </a:solidFill>
                <a:effectLst/>
                <a:latin typeface="+mn-lt"/>
                <a:ea typeface="+mn-ea"/>
                <a:cs typeface="+mn-cs"/>
              </a:rPr>
              <a:t>, c’est-à-dire qu’il est naturellement compris par la plupart des systèmes et outils (navigateurs, </a:t>
            </a:r>
            <a:r>
              <a:rPr lang="fr-FR" sz="1200" b="0" i="0" u="none" strike="noStrike" kern="1200" dirty="0" err="1">
                <a:solidFill>
                  <a:schemeClr val="tx1"/>
                </a:solidFill>
                <a:effectLst/>
                <a:latin typeface="+mn-lt"/>
                <a:ea typeface="+mn-ea"/>
                <a:cs typeface="+mn-cs"/>
              </a:rPr>
              <a:t>proxies</a:t>
            </a:r>
            <a:r>
              <a:rPr lang="fr-FR" sz="1200" b="0" i="0" u="none" strike="noStrike" kern="1200" dirty="0">
                <a:solidFill>
                  <a:schemeClr val="tx1"/>
                </a:solidFill>
                <a:effectLst/>
                <a:latin typeface="+mn-lt"/>
                <a:ea typeface="+mn-ea"/>
                <a:cs typeface="+mn-cs"/>
              </a:rPr>
              <a:t>, Postman).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u="none" strike="noStrike" kern="1200" dirty="0">
                <a:solidFill>
                  <a:schemeClr val="tx1"/>
                </a:solidFill>
                <a:effectLst/>
                <a:latin typeface="+mn-lt"/>
                <a:ea typeface="+mn-ea"/>
                <a:cs typeface="+mn-cs"/>
              </a:rPr>
              <a:t>De plus, REST suit une </a:t>
            </a:r>
            <a:r>
              <a:rPr lang="fr-FR" sz="1200" b="1" i="0" u="none" strike="noStrike" kern="1200" dirty="0" err="1">
                <a:solidFill>
                  <a:schemeClr val="tx1"/>
                </a:solidFill>
                <a:effectLst/>
                <a:latin typeface="+mn-lt"/>
                <a:ea typeface="+mn-ea"/>
                <a:cs typeface="+mn-cs"/>
              </a:rPr>
              <a:t>Lightweight</a:t>
            </a:r>
            <a:r>
              <a:rPr lang="fr-FR" sz="1200" b="1" i="0" u="none" strike="noStrike" kern="1200" dirty="0">
                <a:solidFill>
                  <a:schemeClr val="tx1"/>
                </a:solidFill>
                <a:effectLst/>
                <a:latin typeface="+mn-lt"/>
                <a:ea typeface="+mn-ea"/>
                <a:cs typeface="+mn-cs"/>
              </a:rPr>
              <a:t> Design</a:t>
            </a:r>
            <a:r>
              <a:rPr lang="fr-FR" sz="1200" b="0" i="0" u="none" strike="noStrike" kern="1200" dirty="0">
                <a:solidFill>
                  <a:schemeClr val="tx1"/>
                </a:solidFill>
                <a:effectLst/>
                <a:latin typeface="+mn-lt"/>
                <a:ea typeface="+mn-ea"/>
                <a:cs typeface="+mn-cs"/>
              </a:rPr>
              <a:t> : on échange typiquement du JSON et non des formats plus lourds comme du xml, ce qui réduit la complexité et la taille des messages. </a:t>
            </a:r>
            <a:endParaRPr lang="fr-FR" dirty="0"/>
          </a:p>
          <a:p>
            <a:endParaRPr lang="fr-FR" sz="1200" b="0" i="0" u="none" strike="noStrike"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5"/>
          </p:nvPr>
        </p:nvSpPr>
        <p:spPr/>
        <p:txBody>
          <a:bodyPr/>
          <a:lstStyle/>
          <a:p>
            <a:fld id="{83AE00B3-1A72-EB4E-9815-D0A835A5D761}" type="slidenum">
              <a:rPr lang="fr-FR" smtClean="0"/>
              <a:t>5</a:t>
            </a:fld>
            <a:endParaRPr lang="fr-FR"/>
          </a:p>
        </p:txBody>
      </p:sp>
    </p:spTree>
    <p:extLst>
      <p:ext uri="{BB962C8B-B14F-4D97-AF65-F5344CB8AC3E}">
        <p14:creationId xmlns:p14="http://schemas.microsoft.com/office/powerpoint/2010/main" val="815838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4C35B-7224-6238-307F-72075D1197C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4BE611E-4871-BA3E-84B2-C4D2AAB717B0}"/>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DA52E2CC-59D8-F233-3E80-C980119A7AB9}"/>
              </a:ext>
            </a:extLst>
          </p:cNvPr>
          <p:cNvSpPr>
            <a:spLocks noGrp="1"/>
          </p:cNvSpPr>
          <p:nvPr>
            <p:ph type="body" idx="1"/>
          </p:nvPr>
        </p:nvSpPr>
        <p:spPr/>
        <p:txBody>
          <a:bodyPr/>
          <a:lstStyle/>
          <a:p>
            <a:r>
              <a:rPr lang="fr-FR" dirty="0"/>
              <a:t>Une demande de soin est représentée par l’objet </a:t>
            </a:r>
            <a:r>
              <a:rPr lang="fr-FR" sz="1200" kern="1200" dirty="0" err="1">
                <a:solidFill>
                  <a:schemeClr val="tx1"/>
                </a:solidFill>
                <a:latin typeface="+mn-lt"/>
                <a:ea typeface="+mn-ea"/>
                <a:cs typeface="+mn-cs"/>
              </a:rPr>
              <a:t>CareRequest</a:t>
            </a:r>
            <a:r>
              <a:rPr lang="fr-FR" dirty="0"/>
              <a:t>. Cet objet regroupe toutes les informations liées au dossier : les données fournies au départ (identité du patient, assurance, acte médical, coût estimé et justification), ainsi que les informations calculées au cours du traitement (niveau de risque, score de confiance, montant remboursé et reste à charge).</a:t>
            </a:r>
          </a:p>
          <a:p>
            <a:r>
              <a:rPr lang="fr-FR" dirty="0"/>
              <a:t>L’avancement de la demande est suivi grâce à un champ </a:t>
            </a:r>
            <a:r>
              <a:rPr lang="fr-FR" sz="1200" kern="1200" dirty="0" err="1">
                <a:solidFill>
                  <a:schemeClr val="tx1"/>
                </a:solidFill>
                <a:latin typeface="+mn-lt"/>
                <a:ea typeface="+mn-ea"/>
                <a:cs typeface="+mn-cs"/>
              </a:rPr>
              <a:t>status</a:t>
            </a:r>
            <a:r>
              <a:rPr lang="fr-FR" dirty="0"/>
              <a:t>, basé sur l’énumération </a:t>
            </a:r>
            <a:r>
              <a:rPr lang="fr-FR" sz="1200" kern="1200" dirty="0" err="1">
                <a:solidFill>
                  <a:schemeClr val="tx1"/>
                </a:solidFill>
                <a:latin typeface="+mn-lt"/>
                <a:ea typeface="+mn-ea"/>
                <a:cs typeface="+mn-cs"/>
              </a:rPr>
              <a:t>RequestStatus</a:t>
            </a:r>
            <a:r>
              <a:rPr lang="fr-FR" dirty="0"/>
              <a:t>, qui indique l’étape courante du traitement (par exemple </a:t>
            </a:r>
            <a:r>
              <a:rPr lang="fr-FR" sz="1200" kern="1200" dirty="0">
                <a:solidFill>
                  <a:schemeClr val="tx1"/>
                </a:solidFill>
                <a:latin typeface="+mn-lt"/>
                <a:ea typeface="+mn-ea"/>
                <a:cs typeface="+mn-cs"/>
              </a:rPr>
              <a:t>INSURANCE_REJECTED</a:t>
            </a:r>
            <a:r>
              <a:rPr lang="fr-FR" dirty="0"/>
              <a:t> ou </a:t>
            </a:r>
            <a:r>
              <a:rPr lang="fr-FR" sz="1200" kern="1200" dirty="0">
                <a:solidFill>
                  <a:schemeClr val="tx1"/>
                </a:solidFill>
                <a:latin typeface="+mn-lt"/>
                <a:ea typeface="+mn-ea"/>
                <a:cs typeface="+mn-cs"/>
              </a:rPr>
              <a:t>COMPLETED_APPROVED</a:t>
            </a:r>
            <a:r>
              <a:rPr lang="fr-FR" dirty="0"/>
              <a:t>). En complément, un historique est conservé sous la forme d’une liste. Chaque entrée correspond à une étape du workflow et contient un message explicatif ainsi qu’un horodatage.</a:t>
            </a:r>
          </a:p>
          <a:p>
            <a:r>
              <a:rPr lang="fr-FR" dirty="0"/>
              <a:t>Ce choix permet de répondre à deux besoins essentiels : savoir rapidement où en est une demande grâce au statut, et pouvoir retracer précisément toutes les décisions prises pendant son traitement grâce à l’historique. Cela facilite à la fois le suivi côté utilisateur et l’analyse technique en cas de problème.</a:t>
            </a:r>
          </a:p>
        </p:txBody>
      </p:sp>
      <p:sp>
        <p:nvSpPr>
          <p:cNvPr id="4" name="Espace réservé du numéro de diapositive 3">
            <a:extLst>
              <a:ext uri="{FF2B5EF4-FFF2-40B4-BE49-F238E27FC236}">
                <a16:creationId xmlns:a16="http://schemas.microsoft.com/office/drawing/2014/main" id="{6037514A-B1EB-228D-E310-77DF99D28757}"/>
              </a:ext>
            </a:extLst>
          </p:cNvPr>
          <p:cNvSpPr>
            <a:spLocks noGrp="1"/>
          </p:cNvSpPr>
          <p:nvPr>
            <p:ph type="sldNum" sz="quarter" idx="5"/>
          </p:nvPr>
        </p:nvSpPr>
        <p:spPr/>
        <p:txBody>
          <a:bodyPr/>
          <a:lstStyle/>
          <a:p>
            <a:fld id="{83AE00B3-1A72-EB4E-9815-D0A835A5D761}" type="slidenum">
              <a:rPr lang="fr-FR" smtClean="0"/>
              <a:t>6</a:t>
            </a:fld>
            <a:endParaRPr lang="fr-FR"/>
          </a:p>
        </p:txBody>
      </p:sp>
    </p:spTree>
    <p:extLst>
      <p:ext uri="{BB962C8B-B14F-4D97-AF65-F5344CB8AC3E}">
        <p14:creationId xmlns:p14="http://schemas.microsoft.com/office/powerpoint/2010/main" val="21996959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740C0-0873-D010-B0FF-31C75DD176C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1C76981-0403-AD67-DBB4-458BC847A63A}"/>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9C045F90-F751-569E-3072-902F55FB4419}"/>
              </a:ext>
            </a:extLst>
          </p:cNvPr>
          <p:cNvSpPr>
            <a:spLocks noGrp="1"/>
          </p:cNvSpPr>
          <p:nvPr>
            <p:ph type="body" idx="1"/>
          </p:nvPr>
        </p:nvSpPr>
        <p:spPr/>
        <p:txBody>
          <a:bodyPr/>
          <a:lstStyle/>
          <a:p>
            <a:r>
              <a:rPr lang="fr-FR" sz="1200" b="0" i="0" u="none" strike="noStrike" kern="1200" dirty="0">
                <a:solidFill>
                  <a:schemeClr val="tx1"/>
                </a:solidFill>
                <a:effectLst/>
                <a:latin typeface="+mn-lt"/>
                <a:ea typeface="+mn-ea"/>
                <a:cs typeface="+mn-cs"/>
              </a:rPr>
              <a:t>Donc, même si un service externe échoue ou rejette le dossier, on peut toujours justifier le résultat. C’est pourquoi le </a:t>
            </a:r>
            <a:r>
              <a:rPr lang="fr-FR" sz="1200" b="0" i="0" u="none" strike="noStrike" kern="1200" dirty="0" err="1">
                <a:solidFill>
                  <a:schemeClr val="tx1"/>
                </a:solidFill>
                <a:effectLst/>
                <a:latin typeface="+mn-lt"/>
                <a:ea typeface="+mn-ea"/>
                <a:cs typeface="+mn-cs"/>
              </a:rPr>
              <a:t>tracking</a:t>
            </a:r>
            <a:r>
              <a:rPr lang="fr-FR" sz="1200" b="0" i="0" u="none" strike="noStrike" kern="1200" dirty="0">
                <a:solidFill>
                  <a:schemeClr val="tx1"/>
                </a:solidFill>
                <a:effectLst/>
                <a:latin typeface="+mn-lt"/>
                <a:ea typeface="+mn-ea"/>
                <a:cs typeface="+mn-cs"/>
              </a:rPr>
              <a:t> n’est pas une fonctionnalité secondaire : c’est un élément central de transparence et de débogage.</a:t>
            </a:r>
          </a:p>
          <a:p>
            <a:endParaRPr lang="fr-FR"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u="none" strike="noStrike" kern="1200" dirty="0">
                <a:solidFill>
                  <a:schemeClr val="tx1"/>
                </a:solidFill>
                <a:effectLst/>
                <a:latin typeface="+mn-lt"/>
                <a:ea typeface="+mn-ea"/>
                <a:cs typeface="+mn-cs"/>
              </a:rPr>
              <a:t>Les demandes sont stockées uniquement en mémoire dans un </a:t>
            </a:r>
            <a:r>
              <a:rPr lang="fr-FR" sz="1200" b="0" i="0" u="none" strike="noStrike" kern="1200" dirty="0" err="1">
                <a:solidFill>
                  <a:schemeClr val="tx1"/>
                </a:solidFill>
                <a:effectLst/>
                <a:latin typeface="+mn-lt"/>
                <a:ea typeface="+mn-ea"/>
                <a:cs typeface="+mn-cs"/>
              </a:rPr>
              <a:t>ConcurrentHashMap</a:t>
            </a:r>
            <a:r>
              <a:rPr lang="fr-FR" sz="1200" b="0" i="0" u="none" strike="noStrike" kern="1200" dirty="0">
                <a:solidFill>
                  <a:schemeClr val="tx1"/>
                </a:solidFill>
                <a:effectLst/>
                <a:latin typeface="+mn-lt"/>
                <a:ea typeface="+mn-ea"/>
                <a:cs typeface="+mn-cs"/>
              </a:rPr>
              <a:t> (stockage mémoire), et non une base de donnée parce qu’on voulait projet simple à exécuter en local, ça nous évite la complexité (installation MySQL, scripts, schémas) et on garde quand même un stockage fonctionnel. </a:t>
            </a:r>
            <a:r>
              <a:rPr lang="fr-FR" dirty="0"/>
              <a:t>Le </a:t>
            </a:r>
            <a:r>
              <a:rPr lang="fr-FR" sz="1200" kern="1200" dirty="0" err="1">
                <a:solidFill>
                  <a:schemeClr val="tx1"/>
                </a:solidFill>
                <a:latin typeface="+mn-lt"/>
                <a:ea typeface="+mn-ea"/>
                <a:cs typeface="+mn-cs"/>
              </a:rPr>
              <a:t>ConcurrentHashMap</a:t>
            </a:r>
            <a:r>
              <a:rPr lang="fr-FR" dirty="0"/>
              <a:t> permet de stocker les demandes en mémoire de manière sûre lorsque plusieurs requêtes sont traitées en même temps par le serveur, évitant ainsi les conflits et les incohérences de données.</a:t>
            </a:r>
            <a:endParaRPr lang="fr-FR"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Dans un contexte de mise en production réelle, ce stockage en mémoire serait naturellement remplacé par une base de données persistante afin de garantir la durabilité, la cohérence et la traçabilité des données à long terme.</a:t>
            </a:r>
          </a:p>
          <a:p>
            <a:endParaRPr lang="fr-FR" dirty="0"/>
          </a:p>
        </p:txBody>
      </p:sp>
      <p:sp>
        <p:nvSpPr>
          <p:cNvPr id="4" name="Espace réservé du numéro de diapositive 3">
            <a:extLst>
              <a:ext uri="{FF2B5EF4-FFF2-40B4-BE49-F238E27FC236}">
                <a16:creationId xmlns:a16="http://schemas.microsoft.com/office/drawing/2014/main" id="{F72BBFAF-28E2-3FB9-DC8E-E9C68005A3CB}"/>
              </a:ext>
            </a:extLst>
          </p:cNvPr>
          <p:cNvSpPr>
            <a:spLocks noGrp="1"/>
          </p:cNvSpPr>
          <p:nvPr>
            <p:ph type="sldNum" sz="quarter" idx="5"/>
          </p:nvPr>
        </p:nvSpPr>
        <p:spPr/>
        <p:txBody>
          <a:bodyPr/>
          <a:lstStyle/>
          <a:p>
            <a:fld id="{83AE00B3-1A72-EB4E-9815-D0A835A5D761}" type="slidenum">
              <a:rPr lang="fr-FR" smtClean="0"/>
              <a:t>7</a:t>
            </a:fld>
            <a:endParaRPr lang="fr-FR"/>
          </a:p>
        </p:txBody>
      </p:sp>
    </p:spTree>
    <p:extLst>
      <p:ext uri="{BB962C8B-B14F-4D97-AF65-F5344CB8AC3E}">
        <p14:creationId xmlns:p14="http://schemas.microsoft.com/office/powerpoint/2010/main" val="5712905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AE1BA-B451-416B-5EFF-679736D01FE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265D133-9114-5293-EA3D-93E9A4B260BD}"/>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03629D22-6BCF-5B43-1487-70102FC6A180}"/>
              </a:ext>
            </a:extLst>
          </p:cNvPr>
          <p:cNvSpPr>
            <a:spLocks noGrp="1"/>
          </p:cNvSpPr>
          <p:nvPr>
            <p:ph type="body" idx="1"/>
          </p:nvPr>
        </p:nvSpPr>
        <p:spPr/>
        <p:txBody>
          <a:bodyPr/>
          <a:lstStyle/>
          <a:p>
            <a:r>
              <a:rPr lang="fr-FR" sz="1200" b="0" i="0" u="none" strike="noStrike" kern="1200">
                <a:solidFill>
                  <a:schemeClr val="tx1"/>
                </a:solidFill>
                <a:effectLst/>
                <a:latin typeface="+mn-lt"/>
                <a:ea typeface="+mn-ea"/>
                <a:cs typeface="+mn-cs"/>
              </a:rPr>
              <a:t>4. Déroulement logique d’une demande (scénario complet)</a:t>
            </a:r>
          </a:p>
          <a:p>
            <a:r>
              <a:rPr lang="fr-FR" sz="1200" b="0" i="0" u="none" strike="noStrike" kern="1200">
                <a:solidFill>
                  <a:schemeClr val="tx1"/>
                </a:solidFill>
                <a:effectLst/>
                <a:latin typeface="+mn-lt"/>
                <a:ea typeface="+mn-ea"/>
                <a:cs typeface="+mn-cs"/>
              </a:rPr>
              <a:t>4.1. Soumission de la demande (REST)</a:t>
            </a:r>
          </a:p>
          <a:p>
            <a:r>
              <a:rPr lang="fr-FR" sz="1200" b="0" i="0" u="none" strike="noStrike" kern="1200">
                <a:solidFill>
                  <a:schemeClr val="tx1"/>
                </a:solidFill>
                <a:effectLst/>
                <a:latin typeface="+mn-lt"/>
                <a:ea typeface="+mn-ea"/>
                <a:cs typeface="+mn-cs"/>
              </a:rPr>
              <a:t>Le patient envoie un JSON à l’orchestrateur via POST /care-requests. À ce moment-là :</a:t>
            </a:r>
          </a:p>
          <a:p>
            <a:r>
              <a:rPr lang="fr-FR" sz="1200" b="0" i="0" u="none" strike="noStrike" kern="1200">
                <a:solidFill>
                  <a:schemeClr val="tx1"/>
                </a:solidFill>
                <a:effectLst/>
                <a:latin typeface="+mn-lt"/>
                <a:ea typeface="+mn-ea"/>
                <a:cs typeface="+mn-cs"/>
              </a:rPr>
              <a:t>un identifiant unique est généré,</a:t>
            </a:r>
          </a:p>
          <a:p>
            <a:r>
              <a:rPr lang="fr-FR" sz="1200" b="0" i="0" u="none" strike="noStrike" kern="1200">
                <a:solidFill>
                  <a:schemeClr val="tx1"/>
                </a:solidFill>
                <a:effectLst/>
                <a:latin typeface="+mn-lt"/>
                <a:ea typeface="+mn-ea"/>
                <a:cs typeface="+mn-cs"/>
              </a:rPr>
              <a:t>le statut passe à SUBMITTED,</a:t>
            </a:r>
          </a:p>
          <a:p>
            <a:r>
              <a:rPr lang="fr-FR" sz="1200" b="0" i="0" u="none" strike="noStrike" kern="1200">
                <a:solidFill>
                  <a:schemeClr val="tx1"/>
                </a:solidFill>
                <a:effectLst/>
                <a:latin typeface="+mn-lt"/>
                <a:ea typeface="+mn-ea"/>
                <a:cs typeface="+mn-cs"/>
              </a:rPr>
              <a:t>une première entrée d’historique est ajoutée.</a:t>
            </a:r>
          </a:p>
          <a:p>
            <a:r>
              <a:rPr lang="fr-FR" sz="1200" b="0" i="0" u="none" strike="noStrike" kern="1200">
                <a:solidFill>
                  <a:schemeClr val="tx1"/>
                </a:solidFill>
                <a:effectLst/>
                <a:latin typeface="+mn-lt"/>
                <a:ea typeface="+mn-ea"/>
                <a:cs typeface="+mn-cs"/>
              </a:rPr>
              <a:t>Ainsi, la demande existe officiellement dans le système, même avant d’avoir appelé les services externes. Donc si une étape suivante échoue, on a quand même une trace et un identifiant à communiquer au patient.</a:t>
            </a:r>
          </a:p>
          <a:p>
            <a:r>
              <a:rPr lang="fr-FR" sz="1200" b="0" i="0" u="none" strike="noStrike" kern="1200">
                <a:solidFill>
                  <a:schemeClr val="tx1"/>
                </a:solidFill>
                <a:effectLst/>
                <a:latin typeface="+mn-lt"/>
                <a:ea typeface="+mn-ea"/>
                <a:cs typeface="+mn-cs"/>
              </a:rPr>
              <a:t>4.2. Vérification d’identité (SOAP)</a:t>
            </a:r>
          </a:p>
          <a:p>
            <a:r>
              <a:rPr lang="fr-FR" sz="1200" b="0" i="0" u="none" strike="noStrike" kern="1200">
                <a:solidFill>
                  <a:schemeClr val="tx1"/>
                </a:solidFill>
                <a:effectLst/>
                <a:latin typeface="+mn-lt"/>
                <a:ea typeface="+mn-ea"/>
                <a:cs typeface="+mn-cs"/>
              </a:rPr>
              <a:t>Ensuite, l’orchestrateur appelle le service d’identité en SOAP (</a:t>
            </a:r>
            <a:r>
              <a:rPr lang="fr-FR" sz="1200" b="0" i="0" u="none" strike="noStrike" kern="1200" err="1">
                <a:solidFill>
                  <a:schemeClr val="tx1"/>
                </a:solidFill>
                <a:effectLst/>
                <a:latin typeface="+mn-lt"/>
                <a:ea typeface="+mn-ea"/>
                <a:cs typeface="+mn-cs"/>
              </a:rPr>
              <a:t>verifyIdentity</a:t>
            </a:r>
            <a:r>
              <a:rPr lang="fr-FR" sz="1200" b="0" i="0" u="none" strike="noStrike" kern="1200">
                <a:solidFill>
                  <a:schemeClr val="tx1"/>
                </a:solidFill>
                <a:effectLst/>
                <a:latin typeface="+mn-lt"/>
                <a:ea typeface="+mn-ea"/>
                <a:cs typeface="+mn-cs"/>
              </a:rPr>
              <a:t>). Si l’identité échoue, la demande est rejetée immédiatement.</a:t>
            </a:r>
          </a:p>
          <a:p>
            <a:r>
              <a:rPr lang="fr-FR" sz="1200" b="0" i="0" u="none" strike="noStrike" kern="1200">
                <a:solidFill>
                  <a:schemeClr val="tx1"/>
                </a:solidFill>
                <a:effectLst/>
                <a:latin typeface="+mn-lt"/>
                <a:ea typeface="+mn-ea"/>
                <a:cs typeface="+mn-cs"/>
              </a:rPr>
              <a:t>Ce choix est logique : l’identité est une condition préalable à toute suite de traitement. C’est pourquoi cette étape arrive tôt dans le flux : inutile de mobiliser l’assurance ou l’évaluation médicale si la personne n’est pas valide.</a:t>
            </a:r>
          </a:p>
          <a:p>
            <a:r>
              <a:rPr lang="fr-FR" sz="1200" b="0" i="0" u="none" strike="noStrike" kern="1200">
                <a:solidFill>
                  <a:schemeClr val="tx1"/>
                </a:solidFill>
                <a:effectLst/>
                <a:latin typeface="+mn-lt"/>
                <a:ea typeface="+mn-ea"/>
                <a:cs typeface="+mn-cs"/>
              </a:rPr>
              <a:t>Nous avons utilisé SOAP car le sujet l’impose pour cette étape et parce que SOAP est historiquement fréquent dans certains systèmes “</a:t>
            </a:r>
            <a:r>
              <a:rPr lang="fr-FR" sz="1200" b="0" i="0" u="none" strike="noStrike" kern="1200" err="1">
                <a:solidFill>
                  <a:schemeClr val="tx1"/>
                </a:solidFill>
                <a:effectLst/>
                <a:latin typeface="+mn-lt"/>
                <a:ea typeface="+mn-ea"/>
                <a:cs typeface="+mn-cs"/>
              </a:rPr>
              <a:t>legacy</a:t>
            </a:r>
            <a:r>
              <a:rPr lang="fr-FR" sz="1200" b="0" i="0" u="none" strike="noStrike" kern="1200">
                <a:solidFill>
                  <a:schemeClr val="tx1"/>
                </a:solidFill>
                <a:effectLst/>
                <a:latin typeface="+mn-lt"/>
                <a:ea typeface="+mn-ea"/>
                <a:cs typeface="+mn-cs"/>
              </a:rPr>
              <a:t>” (administrations, établissements, assureurs). Le contrat étant décrit par un WSDL, cela permet de générer un client automatiquement (</a:t>
            </a:r>
            <a:r>
              <a:rPr lang="fr-FR" sz="1200" b="0" i="0" u="none" strike="noStrike" kern="1200" err="1">
                <a:solidFill>
                  <a:schemeClr val="tx1"/>
                </a:solidFill>
                <a:effectLst/>
                <a:latin typeface="+mn-lt"/>
                <a:ea typeface="+mn-ea"/>
                <a:cs typeface="+mn-cs"/>
              </a:rPr>
              <a:t>wsimport</a:t>
            </a:r>
            <a:r>
              <a:rPr lang="fr-FR" sz="1200" b="0" i="0" u="none" strike="noStrike" kern="1200">
                <a:solidFill>
                  <a:schemeClr val="tx1"/>
                </a:solidFill>
                <a:effectLst/>
                <a:latin typeface="+mn-lt"/>
                <a:ea typeface="+mn-ea"/>
                <a:cs typeface="+mn-cs"/>
              </a:rPr>
              <a:t>) et d’éviter des erreurs d’interprétation du format.</a:t>
            </a:r>
          </a:p>
          <a:p>
            <a:r>
              <a:rPr lang="fr-FR" sz="1200" b="0" i="0" u="none" strike="noStrike" kern="1200">
                <a:solidFill>
                  <a:schemeClr val="tx1"/>
                </a:solidFill>
                <a:effectLst/>
                <a:latin typeface="+mn-lt"/>
                <a:ea typeface="+mn-ea"/>
                <a:cs typeface="+mn-cs"/>
              </a:rPr>
              <a:t>4.3. Validation de couverture assurance (gRPC)</a:t>
            </a:r>
          </a:p>
          <a:p>
            <a:r>
              <a:rPr lang="fr-FR" sz="1200" b="0" i="0" u="none" strike="noStrike" kern="1200">
                <a:solidFill>
                  <a:schemeClr val="tx1"/>
                </a:solidFill>
                <a:effectLst/>
                <a:latin typeface="+mn-lt"/>
                <a:ea typeface="+mn-ea"/>
                <a:cs typeface="+mn-cs"/>
              </a:rPr>
              <a:t>Si l’identité est validée, l’orchestrateur appelle ensuite l’assurance en gRPC (</a:t>
            </a:r>
            <a:r>
              <a:rPr lang="fr-FR" sz="1200" b="0" i="0" u="none" strike="noStrike" kern="1200" err="1">
                <a:solidFill>
                  <a:schemeClr val="tx1"/>
                </a:solidFill>
                <a:effectLst/>
                <a:latin typeface="+mn-lt"/>
                <a:ea typeface="+mn-ea"/>
                <a:cs typeface="+mn-cs"/>
              </a:rPr>
              <a:t>CheckCoverage</a:t>
            </a:r>
            <a:r>
              <a:rPr lang="fr-FR" sz="1200" b="0" i="0" u="none" strike="noStrike" kern="1200">
                <a:solidFill>
                  <a:schemeClr val="tx1"/>
                </a:solidFill>
                <a:effectLst/>
                <a:latin typeface="+mn-lt"/>
                <a:ea typeface="+mn-ea"/>
                <a:cs typeface="+mn-cs"/>
              </a:rPr>
              <a:t>). Le service renvoie deux informations : validité de la police et couverture de l’acte. Si ce n’est pas couvert, le dossier est rejeté.</a:t>
            </a:r>
          </a:p>
          <a:p>
            <a:r>
              <a:rPr lang="fr-FR" sz="1200" b="0" i="0" u="none" strike="noStrike" kern="1200">
                <a:solidFill>
                  <a:schemeClr val="tx1"/>
                </a:solidFill>
                <a:effectLst/>
                <a:latin typeface="+mn-lt"/>
                <a:ea typeface="+mn-ea"/>
                <a:cs typeface="+mn-cs"/>
              </a:rPr>
              <a:t>L’ordre est volontaire : assurance avant évaluation médicale. Étant donné qu’une absence de couverture rend le dossier irrecevable financièrement, il est rationnel de vérifier ce point avant d’aller plus loin. Donc on limite les traitements inutiles.</a:t>
            </a:r>
          </a:p>
          <a:p>
            <a:r>
              <a:rPr lang="fr-FR" sz="1200" b="0" i="0" u="none" strike="noStrike" kern="1200">
                <a:solidFill>
                  <a:schemeClr val="tx1"/>
                </a:solidFill>
                <a:effectLst/>
                <a:latin typeface="+mn-lt"/>
                <a:ea typeface="+mn-ea"/>
                <a:cs typeface="+mn-cs"/>
              </a:rPr>
              <a:t>Nous avons utilisé gRPC car le sujet le demande et parce que gRPC est pertinent pour la communication </a:t>
            </a:r>
            <a:r>
              <a:rPr lang="fr-FR" sz="1200" b="0" i="0" u="none" strike="noStrike" kern="1200" err="1">
                <a:solidFill>
                  <a:schemeClr val="tx1"/>
                </a:solidFill>
                <a:effectLst/>
                <a:latin typeface="+mn-lt"/>
                <a:ea typeface="+mn-ea"/>
                <a:cs typeface="+mn-cs"/>
              </a:rPr>
              <a:t>inter-services</a:t>
            </a:r>
            <a:r>
              <a:rPr lang="fr-FR" sz="1200" b="0" i="0" u="none" strike="noStrike" kern="1200">
                <a:solidFill>
                  <a:schemeClr val="tx1"/>
                </a:solidFill>
                <a:effectLst/>
                <a:latin typeface="+mn-lt"/>
                <a:ea typeface="+mn-ea"/>
                <a:cs typeface="+mn-cs"/>
              </a:rPr>
              <a:t> : le protocole est strict (proto), la performance est élevée, et les messages sont typés. C’est pourquoi le service gRPC est bien adapté à un “partenaire” technique (assureur) dans une architecture distribuée.</a:t>
            </a:r>
          </a:p>
          <a:p>
            <a:r>
              <a:rPr lang="fr-FR" sz="1200" b="0" i="0" u="none" strike="noStrike" kern="1200">
                <a:solidFill>
                  <a:schemeClr val="tx1"/>
                </a:solidFill>
                <a:effectLst/>
                <a:latin typeface="+mn-lt"/>
                <a:ea typeface="+mn-ea"/>
                <a:cs typeface="+mn-cs"/>
              </a:rPr>
              <a:t>4.4. </a:t>
            </a:r>
            <a:r>
              <a:rPr lang="fr-FR" sz="1200" b="0" i="0" u="none" strike="noStrike" kern="1200" err="1">
                <a:solidFill>
                  <a:schemeClr val="tx1"/>
                </a:solidFill>
                <a:effectLst/>
                <a:latin typeface="+mn-lt"/>
                <a:ea typeface="+mn-ea"/>
                <a:cs typeface="+mn-cs"/>
              </a:rPr>
              <a:t>Scoring</a:t>
            </a:r>
            <a:r>
              <a:rPr lang="fr-FR" sz="1200" b="0" i="0" u="none" strike="noStrike" kern="1200">
                <a:solidFill>
                  <a:schemeClr val="tx1"/>
                </a:solidFill>
                <a:effectLst/>
                <a:latin typeface="+mn-lt"/>
                <a:ea typeface="+mn-ea"/>
                <a:cs typeface="+mn-cs"/>
              </a:rPr>
              <a:t> de risque (GraphQL)</a:t>
            </a:r>
          </a:p>
          <a:p>
            <a:r>
              <a:rPr lang="fr-FR" sz="1200" b="0" i="0" u="none" strike="noStrike" kern="1200">
                <a:solidFill>
                  <a:schemeClr val="tx1"/>
                </a:solidFill>
                <a:effectLst/>
                <a:latin typeface="+mn-lt"/>
                <a:ea typeface="+mn-ea"/>
                <a:cs typeface="+mn-cs"/>
              </a:rPr>
              <a:t>Une fois l’assurance validée, l’orchestrateur interroge le service de </a:t>
            </a:r>
            <a:r>
              <a:rPr lang="fr-FR" sz="1200" b="0" i="0" u="none" strike="noStrike" kern="1200" err="1">
                <a:solidFill>
                  <a:schemeClr val="tx1"/>
                </a:solidFill>
                <a:effectLst/>
                <a:latin typeface="+mn-lt"/>
                <a:ea typeface="+mn-ea"/>
                <a:cs typeface="+mn-cs"/>
              </a:rPr>
              <a:t>scoring</a:t>
            </a:r>
            <a:r>
              <a:rPr lang="fr-FR" sz="1200" b="0" i="0" u="none" strike="noStrike" kern="1200">
                <a:solidFill>
                  <a:schemeClr val="tx1"/>
                </a:solidFill>
                <a:effectLst/>
                <a:latin typeface="+mn-lt"/>
                <a:ea typeface="+mn-ea"/>
                <a:cs typeface="+mn-cs"/>
              </a:rPr>
              <a:t> via GraphQL. Le résultat attendu est un niveau de risque (LOW/MEDIUM/HIGH) et un score de confiance.</a:t>
            </a:r>
          </a:p>
          <a:p>
            <a:r>
              <a:rPr lang="fr-FR" sz="1200" b="0" i="0" u="none" strike="noStrike" kern="1200">
                <a:solidFill>
                  <a:schemeClr val="tx1"/>
                </a:solidFill>
                <a:effectLst/>
                <a:latin typeface="+mn-lt"/>
                <a:ea typeface="+mn-ea"/>
                <a:cs typeface="+mn-cs"/>
              </a:rPr>
              <a:t>Nous avons utilisé GraphQL car il est pertinent lorsqu’on veut une réponse “sur mesure” et structurée. Pour rappel, GraphQL permet au client de demander précisément les champs nécessaires (ici </a:t>
            </a:r>
            <a:r>
              <a:rPr lang="fr-FR" sz="1200" b="0" i="0" u="none" strike="noStrike" kern="1200" err="1">
                <a:solidFill>
                  <a:schemeClr val="tx1"/>
                </a:solidFill>
                <a:effectLst/>
                <a:latin typeface="+mn-lt"/>
                <a:ea typeface="+mn-ea"/>
                <a:cs typeface="+mn-cs"/>
              </a:rPr>
              <a:t>riskLevel</a:t>
            </a:r>
            <a:r>
              <a:rPr lang="fr-FR" sz="1200" b="0" i="0" u="none" strike="noStrike" kern="1200">
                <a:solidFill>
                  <a:schemeClr val="tx1"/>
                </a:solidFill>
                <a:effectLst/>
                <a:latin typeface="+mn-lt"/>
                <a:ea typeface="+mn-ea"/>
                <a:cs typeface="+mn-cs"/>
              </a:rPr>
              <a:t> et confidence), plutôt que de recevoir un objet fixe. Donc c’est une technologie adaptée à des services d’analyse où les données retournées peuvent évoluer.</a:t>
            </a:r>
          </a:p>
          <a:p>
            <a:r>
              <a:rPr lang="fr-FR" sz="1200" b="0" i="0" u="none" strike="noStrike" kern="1200">
                <a:solidFill>
                  <a:schemeClr val="tx1"/>
                </a:solidFill>
                <a:effectLst/>
                <a:latin typeface="+mn-lt"/>
                <a:ea typeface="+mn-ea"/>
                <a:cs typeface="+mn-cs"/>
              </a:rPr>
              <a:t>4.5. Application de règles d’éligibilité</a:t>
            </a:r>
          </a:p>
          <a:p>
            <a:r>
              <a:rPr lang="fr-FR" sz="1200" b="0" i="0" u="none" strike="noStrike" kern="1200">
                <a:solidFill>
                  <a:schemeClr val="tx1"/>
                </a:solidFill>
                <a:effectLst/>
                <a:latin typeface="+mn-lt"/>
                <a:ea typeface="+mn-ea"/>
                <a:cs typeface="+mn-cs"/>
              </a:rPr>
              <a:t>Après le </a:t>
            </a:r>
            <a:r>
              <a:rPr lang="fr-FR" sz="1200" b="0" i="0" u="none" strike="noStrike" kern="1200" err="1">
                <a:solidFill>
                  <a:schemeClr val="tx1"/>
                </a:solidFill>
                <a:effectLst/>
                <a:latin typeface="+mn-lt"/>
                <a:ea typeface="+mn-ea"/>
                <a:cs typeface="+mn-cs"/>
              </a:rPr>
              <a:t>scoring</a:t>
            </a:r>
            <a:r>
              <a:rPr lang="fr-FR" sz="1200" b="0" i="0" u="none" strike="noStrike" kern="1200">
                <a:solidFill>
                  <a:schemeClr val="tx1"/>
                </a:solidFill>
                <a:effectLst/>
                <a:latin typeface="+mn-lt"/>
                <a:ea typeface="+mn-ea"/>
                <a:cs typeface="+mn-cs"/>
              </a:rPr>
              <a:t>, l’orchestrateur applique des règles métiers. Par exemple, une demande à risque élevé avec coût élevé est rejetée.</a:t>
            </a:r>
          </a:p>
          <a:p>
            <a:r>
              <a:rPr lang="fr-FR" sz="1200" b="0" i="0" u="none" strike="noStrike" kern="1200">
                <a:solidFill>
                  <a:schemeClr val="tx1"/>
                </a:solidFill>
                <a:effectLst/>
                <a:latin typeface="+mn-lt"/>
                <a:ea typeface="+mn-ea"/>
                <a:cs typeface="+mn-cs"/>
              </a:rPr>
              <a:t>Ce choix montre la différence entre :</a:t>
            </a:r>
          </a:p>
          <a:p>
            <a:r>
              <a:rPr lang="fr-FR" sz="1200" b="0" i="0" u="none" strike="noStrike" kern="1200">
                <a:solidFill>
                  <a:schemeClr val="tx1"/>
                </a:solidFill>
                <a:effectLst/>
                <a:latin typeface="+mn-lt"/>
                <a:ea typeface="+mn-ea"/>
                <a:cs typeface="+mn-cs"/>
              </a:rPr>
              <a:t>ce que produit un service externe (un score),</a:t>
            </a:r>
          </a:p>
          <a:p>
            <a:r>
              <a:rPr lang="fr-FR" sz="1200" b="0" i="0" u="none" strike="noStrike" kern="1200">
                <a:solidFill>
                  <a:schemeClr val="tx1"/>
                </a:solidFill>
                <a:effectLst/>
                <a:latin typeface="+mn-lt"/>
                <a:ea typeface="+mn-ea"/>
                <a:cs typeface="+mn-cs"/>
              </a:rPr>
              <a:t>et la décision finale qui appartient à la plateforme (règles internes).</a:t>
            </a:r>
          </a:p>
          <a:p>
            <a:r>
              <a:rPr lang="fr-FR" sz="1200" b="0" i="0" u="none" strike="noStrike" kern="1200">
                <a:solidFill>
                  <a:schemeClr val="tx1"/>
                </a:solidFill>
                <a:effectLst/>
                <a:latin typeface="+mn-lt"/>
                <a:ea typeface="+mn-ea"/>
                <a:cs typeface="+mn-cs"/>
              </a:rPr>
              <a:t>Ainsi, le service de </a:t>
            </a:r>
            <a:r>
              <a:rPr lang="fr-FR" sz="1200" b="0" i="0" u="none" strike="noStrike" kern="1200" err="1">
                <a:solidFill>
                  <a:schemeClr val="tx1"/>
                </a:solidFill>
                <a:effectLst/>
                <a:latin typeface="+mn-lt"/>
                <a:ea typeface="+mn-ea"/>
                <a:cs typeface="+mn-cs"/>
              </a:rPr>
              <a:t>scoring</a:t>
            </a:r>
            <a:r>
              <a:rPr lang="fr-FR" sz="1200" b="0" i="0" u="none" strike="noStrike" kern="1200">
                <a:solidFill>
                  <a:schemeClr val="tx1"/>
                </a:solidFill>
                <a:effectLst/>
                <a:latin typeface="+mn-lt"/>
                <a:ea typeface="+mn-ea"/>
                <a:cs typeface="+mn-cs"/>
              </a:rPr>
              <a:t> n’est pas “juge et partie” : il fournit une information, et le système décide selon une politique explicite. C’est pourquoi cette logique est dans l’orchestrateur.</a:t>
            </a:r>
          </a:p>
          <a:p>
            <a:r>
              <a:rPr lang="fr-FR" sz="1200" b="0" i="0" u="none" strike="noStrike" kern="1200">
                <a:solidFill>
                  <a:schemeClr val="tx1"/>
                </a:solidFill>
                <a:effectLst/>
                <a:latin typeface="+mn-lt"/>
                <a:ea typeface="+mn-ea"/>
                <a:cs typeface="+mn-cs"/>
              </a:rPr>
              <a:t>4.6. Validation documentaire</a:t>
            </a:r>
          </a:p>
          <a:p>
            <a:r>
              <a:rPr lang="fr-FR" sz="1200" b="0" i="0" u="none" strike="noStrike" kern="1200">
                <a:solidFill>
                  <a:schemeClr val="tx1"/>
                </a:solidFill>
                <a:effectLst/>
                <a:latin typeface="+mn-lt"/>
                <a:ea typeface="+mn-ea"/>
                <a:cs typeface="+mn-cs"/>
              </a:rPr>
              <a:t>Ensuite, le système vérifie la présence et la validité de documents (ex. prescription, rapport médical). Si les documents sont manquants, la demande est suspendue ou rejetée.</a:t>
            </a:r>
          </a:p>
          <a:p>
            <a:r>
              <a:rPr lang="fr-FR" sz="1200" b="0" i="0" u="none" strike="noStrike" kern="1200">
                <a:solidFill>
                  <a:schemeClr val="tx1"/>
                </a:solidFill>
                <a:effectLst/>
                <a:latin typeface="+mn-lt"/>
                <a:ea typeface="+mn-ea"/>
                <a:cs typeface="+mn-cs"/>
              </a:rPr>
              <a:t>Cette étape est essentielle pour un dossier de santé : sans justificatifs, le dossier n’est pas traitable. Donc, même si l’identité et l’assurance sont bonnes, la demande peut être bloquée pour “incomplétude”.</a:t>
            </a:r>
          </a:p>
          <a:p>
            <a:endParaRPr lang="fr-FR" sz="1200" b="0" i="0" u="none" strike="noStrike" kern="120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DB0F7C00-2FF2-3533-B80F-0AD7F40CB42D}"/>
              </a:ext>
            </a:extLst>
          </p:cNvPr>
          <p:cNvSpPr>
            <a:spLocks noGrp="1"/>
          </p:cNvSpPr>
          <p:nvPr>
            <p:ph type="sldNum" sz="quarter" idx="5"/>
          </p:nvPr>
        </p:nvSpPr>
        <p:spPr/>
        <p:txBody>
          <a:bodyPr/>
          <a:lstStyle/>
          <a:p>
            <a:fld id="{83AE00B3-1A72-EB4E-9815-D0A835A5D761}" type="slidenum">
              <a:rPr lang="fr-FR" smtClean="0"/>
              <a:t>8</a:t>
            </a:fld>
            <a:endParaRPr lang="fr-FR"/>
          </a:p>
        </p:txBody>
      </p:sp>
    </p:spTree>
    <p:extLst>
      <p:ext uri="{BB962C8B-B14F-4D97-AF65-F5344CB8AC3E}">
        <p14:creationId xmlns:p14="http://schemas.microsoft.com/office/powerpoint/2010/main" val="37346666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2E4CC-E64D-E1EA-F69E-7D03A1AE2EB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AB36315-8833-0343-4184-E32948EE58E7}"/>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00741DAB-597C-8FAB-34F8-D5E00D06DA61}"/>
              </a:ext>
            </a:extLst>
          </p:cNvPr>
          <p:cNvSpPr>
            <a:spLocks noGrp="1"/>
          </p:cNvSpPr>
          <p:nvPr>
            <p:ph type="body" idx="1"/>
          </p:nvPr>
        </p:nvSpPr>
        <p:spPr/>
        <p:txBody>
          <a:bodyPr/>
          <a:lstStyle/>
          <a:p>
            <a:endParaRPr lang="fr-FR" sz="1200" b="0" i="0" u="none" strike="noStrike" kern="1200">
              <a:solidFill>
                <a:schemeClr val="tx1"/>
              </a:solidFill>
              <a:effectLst/>
              <a:latin typeface="+mn-lt"/>
              <a:ea typeface="+mn-ea"/>
              <a:cs typeface="+mn-cs"/>
            </a:endParaRPr>
          </a:p>
          <a:p>
            <a:endParaRPr lang="fr-FR" sz="1200" b="0" i="0" u="none" strike="noStrike" kern="1200">
              <a:solidFill>
                <a:schemeClr val="tx1"/>
              </a:solidFill>
              <a:effectLst/>
              <a:latin typeface="+mn-lt"/>
              <a:ea typeface="+mn-ea"/>
              <a:cs typeface="+mn-cs"/>
            </a:endParaRPr>
          </a:p>
          <a:p>
            <a:r>
              <a:rPr lang="fr-FR" sz="1200" b="0" i="0" u="none" strike="noStrike" kern="1200">
                <a:solidFill>
                  <a:schemeClr val="tx1"/>
                </a:solidFill>
                <a:effectLst/>
                <a:latin typeface="+mn-lt"/>
                <a:ea typeface="+mn-ea"/>
                <a:cs typeface="+mn-cs"/>
              </a:rPr>
              <a:t>14</a:t>
            </a:r>
          </a:p>
          <a:p>
            <a:endParaRPr lang="fr-FR" sz="1200" b="0" i="0" u="none" strike="noStrike" kern="1200">
              <a:solidFill>
                <a:schemeClr val="tx1"/>
              </a:solidFill>
              <a:effectLst/>
              <a:latin typeface="+mn-lt"/>
              <a:ea typeface="+mn-ea"/>
              <a:cs typeface="+mn-cs"/>
            </a:endParaRPr>
          </a:p>
          <a:p>
            <a:r>
              <a:rPr lang="fr-FR" sz="1200" b="0" i="0" u="none" strike="noStrike" kern="1200">
                <a:solidFill>
                  <a:schemeClr val="tx1"/>
                </a:solidFill>
                <a:effectLst/>
                <a:latin typeface="+mn-lt"/>
                <a:ea typeface="+mn-ea"/>
                <a:cs typeface="+mn-cs"/>
              </a:rPr>
              <a:t>6. Ce que démontre le projet en soutenance</a:t>
            </a:r>
          </a:p>
          <a:p>
            <a:r>
              <a:rPr lang="fr-FR" sz="1200" b="0" i="0" u="none" strike="noStrike" kern="1200">
                <a:solidFill>
                  <a:schemeClr val="tx1"/>
                </a:solidFill>
                <a:effectLst/>
                <a:latin typeface="+mn-lt"/>
                <a:ea typeface="+mn-ea"/>
                <a:cs typeface="+mn-cs"/>
              </a:rPr>
              <a:t>Ce projet démontre concrètement :</a:t>
            </a:r>
          </a:p>
          <a:p>
            <a:r>
              <a:rPr lang="fr-FR" sz="1200" b="0" i="0" u="none" strike="noStrike" kern="1200">
                <a:solidFill>
                  <a:schemeClr val="tx1"/>
                </a:solidFill>
                <a:effectLst/>
                <a:latin typeface="+mn-lt"/>
                <a:ea typeface="+mn-ea"/>
                <a:cs typeface="+mn-cs"/>
              </a:rPr>
              <a:t>une orchestration </a:t>
            </a:r>
            <a:r>
              <a:rPr lang="fr-FR" sz="1200" b="0" i="0" u="none" strike="noStrike" kern="1200" err="1">
                <a:solidFill>
                  <a:schemeClr val="tx1"/>
                </a:solidFill>
                <a:effectLst/>
                <a:latin typeface="+mn-lt"/>
                <a:ea typeface="+mn-ea"/>
                <a:cs typeface="+mn-cs"/>
              </a:rPr>
              <a:t>multi-partenaires</a:t>
            </a:r>
            <a:r>
              <a:rPr lang="fr-FR" sz="1200" b="0" i="0" u="none" strike="noStrike" kern="1200">
                <a:solidFill>
                  <a:schemeClr val="tx1"/>
                </a:solidFill>
                <a:effectLst/>
                <a:latin typeface="+mn-lt"/>
                <a:ea typeface="+mn-ea"/>
                <a:cs typeface="+mn-cs"/>
              </a:rPr>
              <a:t>,</a:t>
            </a:r>
          </a:p>
          <a:p>
            <a:r>
              <a:rPr lang="fr-FR" sz="1200" b="0" i="0" u="none" strike="noStrike" kern="1200">
                <a:solidFill>
                  <a:schemeClr val="tx1"/>
                </a:solidFill>
                <a:effectLst/>
                <a:latin typeface="+mn-lt"/>
                <a:ea typeface="+mn-ea"/>
                <a:cs typeface="+mn-cs"/>
              </a:rPr>
              <a:t>des appels API hétérogènes (REST, SOAP, </a:t>
            </a:r>
            <a:r>
              <a:rPr lang="fr-FR" sz="1200" b="0" i="0" u="none" strike="noStrike" kern="1200" err="1">
                <a:solidFill>
                  <a:schemeClr val="tx1"/>
                </a:solidFill>
                <a:effectLst/>
                <a:latin typeface="+mn-lt"/>
                <a:ea typeface="+mn-ea"/>
                <a:cs typeface="+mn-cs"/>
              </a:rPr>
              <a:t>gRPC</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GraphQL</a:t>
            </a:r>
            <a:r>
              <a:rPr lang="fr-FR" sz="1200" b="0" i="0" u="none" strike="noStrike" kern="1200">
                <a:solidFill>
                  <a:schemeClr val="tx1"/>
                </a:solidFill>
                <a:effectLst/>
                <a:latin typeface="+mn-lt"/>
                <a:ea typeface="+mn-ea"/>
                <a:cs typeface="+mn-cs"/>
              </a:rPr>
              <a:t>),</a:t>
            </a:r>
          </a:p>
          <a:p>
            <a:r>
              <a:rPr lang="fr-FR" sz="1200" b="0" i="0" u="none" strike="noStrike" kern="1200">
                <a:solidFill>
                  <a:schemeClr val="tx1"/>
                </a:solidFill>
                <a:effectLst/>
                <a:latin typeface="+mn-lt"/>
                <a:ea typeface="+mn-ea"/>
                <a:cs typeface="+mn-cs"/>
              </a:rPr>
              <a:t>une logique de décision (règles, contrôles, rejets),</a:t>
            </a:r>
          </a:p>
          <a:p>
            <a:r>
              <a:rPr lang="fr-FR" sz="1200" b="0" i="0" u="none" strike="noStrike" kern="1200">
                <a:solidFill>
                  <a:schemeClr val="tx1"/>
                </a:solidFill>
                <a:effectLst/>
                <a:latin typeface="+mn-lt"/>
                <a:ea typeface="+mn-ea"/>
                <a:cs typeface="+mn-cs"/>
              </a:rPr>
              <a:t>une traçabilité complète (statuts + historique),</a:t>
            </a:r>
          </a:p>
          <a:p>
            <a:r>
              <a:rPr lang="fr-FR" sz="1200" b="0" i="0" u="none" strike="noStrike" kern="1200">
                <a:solidFill>
                  <a:schemeClr val="tx1"/>
                </a:solidFill>
                <a:effectLst/>
                <a:latin typeface="+mn-lt"/>
                <a:ea typeface="+mn-ea"/>
                <a:cs typeface="+mn-cs"/>
              </a:rPr>
              <a:t>une expérience utilisateur de suivi (</a:t>
            </a:r>
            <a:r>
              <a:rPr lang="fr-FR" sz="1200" b="0" i="0" u="none" strike="noStrike" kern="1200" err="1">
                <a:solidFill>
                  <a:schemeClr val="tx1"/>
                </a:solidFill>
                <a:effectLst/>
                <a:latin typeface="+mn-lt"/>
                <a:ea typeface="+mn-ea"/>
                <a:cs typeface="+mn-cs"/>
              </a:rPr>
              <a:t>tracking</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endpoints</a:t>
            </a:r>
            <a:r>
              <a:rPr lang="fr-FR" sz="1200" b="0" i="0" u="none" strike="noStrike" kern="1200">
                <a:solidFill>
                  <a:schemeClr val="tx1"/>
                </a:solidFill>
                <a:effectLst/>
                <a:latin typeface="+mn-lt"/>
                <a:ea typeface="+mn-ea"/>
                <a:cs typeface="+mn-cs"/>
              </a:rPr>
              <a:t>),</a:t>
            </a:r>
          </a:p>
          <a:p>
            <a:r>
              <a:rPr lang="fr-FR" sz="1200" b="0" i="0" u="none" strike="noStrike" kern="1200">
                <a:solidFill>
                  <a:schemeClr val="tx1"/>
                </a:solidFill>
                <a:effectLst/>
                <a:latin typeface="+mn-lt"/>
                <a:ea typeface="+mn-ea"/>
                <a:cs typeface="+mn-cs"/>
              </a:rPr>
              <a:t>et une intégration “réaliste” de services externes simulés</a:t>
            </a:r>
            <a:endParaRPr lang="fr-FR"/>
          </a:p>
        </p:txBody>
      </p:sp>
      <p:sp>
        <p:nvSpPr>
          <p:cNvPr id="4" name="Espace réservé du numéro de diapositive 3">
            <a:extLst>
              <a:ext uri="{FF2B5EF4-FFF2-40B4-BE49-F238E27FC236}">
                <a16:creationId xmlns:a16="http://schemas.microsoft.com/office/drawing/2014/main" id="{3F3A51A8-343D-9783-E169-ACAB577D0BD7}"/>
              </a:ext>
            </a:extLst>
          </p:cNvPr>
          <p:cNvSpPr>
            <a:spLocks noGrp="1"/>
          </p:cNvSpPr>
          <p:nvPr>
            <p:ph type="sldNum" sz="quarter" idx="5"/>
          </p:nvPr>
        </p:nvSpPr>
        <p:spPr/>
        <p:txBody>
          <a:bodyPr/>
          <a:lstStyle/>
          <a:p>
            <a:fld id="{83AE00B3-1A72-EB4E-9815-D0A835A5D761}" type="slidenum">
              <a:rPr lang="fr-FR" smtClean="0"/>
              <a:t>9</a:t>
            </a:fld>
            <a:endParaRPr lang="fr-FR"/>
          </a:p>
        </p:txBody>
      </p:sp>
    </p:spTree>
    <p:extLst>
      <p:ext uri="{BB962C8B-B14F-4D97-AF65-F5344CB8AC3E}">
        <p14:creationId xmlns:p14="http://schemas.microsoft.com/office/powerpoint/2010/main" val="13746670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A9CBE-816B-64F8-AEE5-FFB6BA06879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D406D73-B226-5BE9-733A-6915F84FE468}"/>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E67816D3-1BFC-B03F-FD20-223C244CD0CE}"/>
              </a:ext>
            </a:extLst>
          </p:cNvPr>
          <p:cNvSpPr>
            <a:spLocks noGrp="1"/>
          </p:cNvSpPr>
          <p:nvPr>
            <p:ph type="body" idx="1"/>
          </p:nvPr>
        </p:nvSpPr>
        <p:spPr/>
        <p:txBody>
          <a:bodyPr/>
          <a:lstStyle/>
          <a:p>
            <a:r>
              <a:rPr lang="fr-FR" sz="1200" b="0" i="0" u="none" strike="noStrike" kern="1200">
                <a:solidFill>
                  <a:schemeClr val="tx1"/>
                </a:solidFill>
                <a:effectLst/>
                <a:latin typeface="+mn-lt"/>
                <a:ea typeface="+mn-ea"/>
                <a:cs typeface="+mn-cs"/>
              </a:rPr>
              <a:t>6. Ce que démontre le projet en soutenance</a:t>
            </a:r>
          </a:p>
          <a:p>
            <a:r>
              <a:rPr lang="fr-FR" sz="1200" b="0" i="0" u="none" strike="noStrike" kern="1200">
                <a:solidFill>
                  <a:schemeClr val="tx1"/>
                </a:solidFill>
                <a:effectLst/>
                <a:latin typeface="+mn-lt"/>
                <a:ea typeface="+mn-ea"/>
                <a:cs typeface="+mn-cs"/>
              </a:rPr>
              <a:t>Ce projet démontre concrètement :</a:t>
            </a:r>
          </a:p>
          <a:p>
            <a:r>
              <a:rPr lang="fr-FR" sz="1200" b="0" i="0" u="none" strike="noStrike" kern="1200">
                <a:solidFill>
                  <a:schemeClr val="tx1"/>
                </a:solidFill>
                <a:effectLst/>
                <a:latin typeface="+mn-lt"/>
                <a:ea typeface="+mn-ea"/>
                <a:cs typeface="+mn-cs"/>
              </a:rPr>
              <a:t>une orchestration </a:t>
            </a:r>
            <a:r>
              <a:rPr lang="fr-FR" sz="1200" b="0" i="0" u="none" strike="noStrike" kern="1200" err="1">
                <a:solidFill>
                  <a:schemeClr val="tx1"/>
                </a:solidFill>
                <a:effectLst/>
                <a:latin typeface="+mn-lt"/>
                <a:ea typeface="+mn-ea"/>
                <a:cs typeface="+mn-cs"/>
              </a:rPr>
              <a:t>multi-partenaires</a:t>
            </a:r>
            <a:r>
              <a:rPr lang="fr-FR" sz="1200" b="0" i="0" u="none" strike="noStrike" kern="1200">
                <a:solidFill>
                  <a:schemeClr val="tx1"/>
                </a:solidFill>
                <a:effectLst/>
                <a:latin typeface="+mn-lt"/>
                <a:ea typeface="+mn-ea"/>
                <a:cs typeface="+mn-cs"/>
              </a:rPr>
              <a:t>,</a:t>
            </a:r>
          </a:p>
          <a:p>
            <a:r>
              <a:rPr lang="fr-FR" sz="1200" b="0" i="0" u="none" strike="noStrike" kern="1200">
                <a:solidFill>
                  <a:schemeClr val="tx1"/>
                </a:solidFill>
                <a:effectLst/>
                <a:latin typeface="+mn-lt"/>
                <a:ea typeface="+mn-ea"/>
                <a:cs typeface="+mn-cs"/>
              </a:rPr>
              <a:t>des appels API hétérogènes (REST, SOAP, gRPC, GraphQL),</a:t>
            </a:r>
          </a:p>
          <a:p>
            <a:r>
              <a:rPr lang="fr-FR" sz="1200" b="0" i="0" u="none" strike="noStrike" kern="1200">
                <a:solidFill>
                  <a:schemeClr val="tx1"/>
                </a:solidFill>
                <a:effectLst/>
                <a:latin typeface="+mn-lt"/>
                <a:ea typeface="+mn-ea"/>
                <a:cs typeface="+mn-cs"/>
              </a:rPr>
              <a:t>une logique de décision (règles, contrôles, rejets),</a:t>
            </a:r>
          </a:p>
          <a:p>
            <a:r>
              <a:rPr lang="fr-FR" sz="1200" b="0" i="0" u="none" strike="noStrike" kern="1200">
                <a:solidFill>
                  <a:schemeClr val="tx1"/>
                </a:solidFill>
                <a:effectLst/>
                <a:latin typeface="+mn-lt"/>
                <a:ea typeface="+mn-ea"/>
                <a:cs typeface="+mn-cs"/>
              </a:rPr>
              <a:t>une traçabilité complète (statuts + historique),</a:t>
            </a:r>
          </a:p>
          <a:p>
            <a:r>
              <a:rPr lang="fr-FR" sz="1200" b="0" i="0" u="none" strike="noStrike" kern="1200">
                <a:solidFill>
                  <a:schemeClr val="tx1"/>
                </a:solidFill>
                <a:effectLst/>
                <a:latin typeface="+mn-lt"/>
                <a:ea typeface="+mn-ea"/>
                <a:cs typeface="+mn-cs"/>
              </a:rPr>
              <a:t>une expérience utilisateur de suivi (</a:t>
            </a:r>
            <a:r>
              <a:rPr lang="fr-FR" sz="1200" b="0" i="0" u="none" strike="noStrike" kern="1200" err="1">
                <a:solidFill>
                  <a:schemeClr val="tx1"/>
                </a:solidFill>
                <a:effectLst/>
                <a:latin typeface="+mn-lt"/>
                <a:ea typeface="+mn-ea"/>
                <a:cs typeface="+mn-cs"/>
              </a:rPr>
              <a:t>tracking</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endpoints</a:t>
            </a:r>
            <a:r>
              <a:rPr lang="fr-FR" sz="1200" b="0" i="0" u="none" strike="noStrike" kern="1200">
                <a:solidFill>
                  <a:schemeClr val="tx1"/>
                </a:solidFill>
                <a:effectLst/>
                <a:latin typeface="+mn-lt"/>
                <a:ea typeface="+mn-ea"/>
                <a:cs typeface="+mn-cs"/>
              </a:rPr>
              <a:t>),</a:t>
            </a:r>
          </a:p>
          <a:p>
            <a:r>
              <a:rPr lang="fr-FR" sz="1200" b="0" i="0" u="none" strike="noStrike" kern="1200">
                <a:solidFill>
                  <a:schemeClr val="tx1"/>
                </a:solidFill>
                <a:effectLst/>
                <a:latin typeface="+mn-lt"/>
                <a:ea typeface="+mn-ea"/>
                <a:cs typeface="+mn-cs"/>
              </a:rPr>
              <a:t>et une intégration “réaliste” de services externes simulés</a:t>
            </a:r>
            <a:endParaRPr lang="fr-FR"/>
          </a:p>
        </p:txBody>
      </p:sp>
      <p:sp>
        <p:nvSpPr>
          <p:cNvPr id="4" name="Espace réservé du numéro de diapositive 3">
            <a:extLst>
              <a:ext uri="{FF2B5EF4-FFF2-40B4-BE49-F238E27FC236}">
                <a16:creationId xmlns:a16="http://schemas.microsoft.com/office/drawing/2014/main" id="{B1899DD9-6CE2-B37F-4770-361930CDB770}"/>
              </a:ext>
            </a:extLst>
          </p:cNvPr>
          <p:cNvSpPr>
            <a:spLocks noGrp="1"/>
          </p:cNvSpPr>
          <p:nvPr>
            <p:ph type="sldNum" sz="quarter" idx="5"/>
          </p:nvPr>
        </p:nvSpPr>
        <p:spPr/>
        <p:txBody>
          <a:bodyPr/>
          <a:lstStyle/>
          <a:p>
            <a:fld id="{83AE00B3-1A72-EB4E-9815-D0A835A5D761}" type="slidenum">
              <a:rPr lang="fr-FR" smtClean="0"/>
              <a:t>10</a:t>
            </a:fld>
            <a:endParaRPr lang="fr-FR"/>
          </a:p>
        </p:txBody>
      </p:sp>
    </p:spTree>
    <p:extLst>
      <p:ext uri="{BB962C8B-B14F-4D97-AF65-F5344CB8AC3E}">
        <p14:creationId xmlns:p14="http://schemas.microsoft.com/office/powerpoint/2010/main" val="42618409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ADA53-669E-C412-EE65-A7EA8C13FBC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659D5CD-5E53-B39C-3FC2-62B0057126A3}"/>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009D761A-87AF-63B2-027F-5E4DA2142C6A}"/>
              </a:ext>
            </a:extLst>
          </p:cNvPr>
          <p:cNvSpPr>
            <a:spLocks noGrp="1"/>
          </p:cNvSpPr>
          <p:nvPr>
            <p:ph type="body" idx="1"/>
          </p:nvPr>
        </p:nvSpPr>
        <p:spPr/>
        <p:txBody>
          <a:bodyPr/>
          <a:lstStyle/>
          <a:p>
            <a:r>
              <a:rPr lang="fr-FR" sz="1200" b="0" i="0" u="none" strike="noStrike" kern="1200">
                <a:solidFill>
                  <a:schemeClr val="tx1"/>
                </a:solidFill>
                <a:effectLst/>
                <a:latin typeface="+mn-lt"/>
                <a:ea typeface="+mn-ea"/>
                <a:cs typeface="+mn-cs"/>
              </a:rPr>
              <a:t>5.1. Pourquoi un orchestrateur central (au lieu d’un chorégraphie sans chef)</a:t>
            </a:r>
          </a:p>
          <a:p>
            <a:r>
              <a:rPr lang="fr-FR" sz="1200" b="0" i="0" u="none" strike="noStrike" kern="1200">
                <a:solidFill>
                  <a:schemeClr val="tx1"/>
                </a:solidFill>
                <a:effectLst/>
                <a:latin typeface="+mn-lt"/>
                <a:ea typeface="+mn-ea"/>
                <a:cs typeface="+mn-cs"/>
              </a:rPr>
              <a:t>Nous avons choisi un orchestrateur car le scénario a un ordre clair et des règles de décision centralisées. Dans une approche “chorégraphie”, chaque service déclencherait le suivant, ce qui complexifie le contrôle, la gestion d’erreurs et la traçabilité. Ainsi, l’orchestrateur facilite :</a:t>
            </a:r>
          </a:p>
          <a:p>
            <a:r>
              <a:rPr lang="fr-FR" sz="1200" b="0" i="0" u="none" strike="noStrike" kern="1200">
                <a:solidFill>
                  <a:schemeClr val="tx1"/>
                </a:solidFill>
                <a:effectLst/>
                <a:latin typeface="+mn-lt"/>
                <a:ea typeface="+mn-ea"/>
                <a:cs typeface="+mn-cs"/>
              </a:rPr>
              <a:t>la logique métier,</a:t>
            </a:r>
          </a:p>
          <a:p>
            <a:r>
              <a:rPr lang="fr-FR" sz="1200" b="0" i="0" u="none" strike="noStrike" kern="1200">
                <a:solidFill>
                  <a:schemeClr val="tx1"/>
                </a:solidFill>
                <a:effectLst/>
                <a:latin typeface="+mn-lt"/>
                <a:ea typeface="+mn-ea"/>
                <a:cs typeface="+mn-cs"/>
              </a:rPr>
              <a:t>la cohérence des statuts,</a:t>
            </a:r>
          </a:p>
          <a:p>
            <a:r>
              <a:rPr lang="fr-FR" sz="1200" b="0" i="0" u="none" strike="noStrike" kern="1200">
                <a:solidFill>
                  <a:schemeClr val="tx1"/>
                </a:solidFill>
                <a:effectLst/>
                <a:latin typeface="+mn-lt"/>
                <a:ea typeface="+mn-ea"/>
                <a:cs typeface="+mn-cs"/>
              </a:rPr>
              <a:t>la gestion des rejets précoces,</a:t>
            </a:r>
          </a:p>
          <a:p>
            <a:r>
              <a:rPr lang="fr-FR" sz="1200" b="0" i="0" u="none" strike="noStrike" kern="1200">
                <a:solidFill>
                  <a:schemeClr val="tx1"/>
                </a:solidFill>
                <a:effectLst/>
                <a:latin typeface="+mn-lt"/>
                <a:ea typeface="+mn-ea"/>
                <a:cs typeface="+mn-cs"/>
              </a:rPr>
              <a:t>la démonstration en soutenance.</a:t>
            </a:r>
          </a:p>
          <a:p>
            <a:endParaRPr lang="fr-FR" sz="1200" b="0" i="0" u="none" strike="noStrike" kern="1200">
              <a:solidFill>
                <a:schemeClr val="tx1"/>
              </a:solidFill>
              <a:effectLst/>
              <a:latin typeface="+mn-lt"/>
              <a:ea typeface="+mn-ea"/>
              <a:cs typeface="+mn-cs"/>
            </a:endParaRPr>
          </a:p>
          <a:p>
            <a:endParaRPr lang="fr-FR" sz="1200" b="0" i="0" u="none" strike="noStrike" kern="120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69232B8C-4D2B-608B-47C8-8CBAEEDC274D}"/>
              </a:ext>
            </a:extLst>
          </p:cNvPr>
          <p:cNvSpPr>
            <a:spLocks noGrp="1"/>
          </p:cNvSpPr>
          <p:nvPr>
            <p:ph type="sldNum" sz="quarter" idx="5"/>
          </p:nvPr>
        </p:nvSpPr>
        <p:spPr/>
        <p:txBody>
          <a:bodyPr/>
          <a:lstStyle/>
          <a:p>
            <a:fld id="{83AE00B3-1A72-EB4E-9815-D0A835A5D761}" type="slidenum">
              <a:rPr lang="fr-FR" smtClean="0"/>
              <a:t>11</a:t>
            </a:fld>
            <a:endParaRPr lang="fr-FR"/>
          </a:p>
        </p:txBody>
      </p:sp>
    </p:spTree>
    <p:extLst>
      <p:ext uri="{BB962C8B-B14F-4D97-AF65-F5344CB8AC3E}">
        <p14:creationId xmlns:p14="http://schemas.microsoft.com/office/powerpoint/2010/main" val="1800660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A41BE-4C5E-4C61-D4C9-3D41F0DCCB9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F027ABE-D33A-1F21-69AD-71F96D3BAC70}"/>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41ADB8AB-D34A-B2BD-0B0C-F639AA0CA502}"/>
              </a:ext>
            </a:extLst>
          </p:cNvPr>
          <p:cNvSpPr>
            <a:spLocks noGrp="1"/>
          </p:cNvSpPr>
          <p:nvPr>
            <p:ph type="body" idx="1"/>
          </p:nvPr>
        </p:nvSpPr>
        <p:spPr/>
        <p:txBody>
          <a:bodyPr/>
          <a:lstStyle/>
          <a:p>
            <a:r>
              <a:rPr lang="fr-FR" sz="1200" b="0" i="0" u="none" strike="noStrike" kern="1200">
                <a:solidFill>
                  <a:schemeClr val="tx1"/>
                </a:solidFill>
                <a:effectLst/>
                <a:latin typeface="+mn-lt"/>
                <a:ea typeface="+mn-ea"/>
                <a:cs typeface="+mn-cs"/>
              </a:rPr>
              <a:t>5.2. Pourquoi REST pour l’entrée et le </a:t>
            </a:r>
            <a:r>
              <a:rPr lang="fr-FR" sz="1200" b="0" i="0" u="none" strike="noStrike" kern="1200" err="1">
                <a:solidFill>
                  <a:schemeClr val="tx1"/>
                </a:solidFill>
                <a:effectLst/>
                <a:latin typeface="+mn-lt"/>
                <a:ea typeface="+mn-ea"/>
                <a:cs typeface="+mn-cs"/>
              </a:rPr>
              <a:t>tracking</a:t>
            </a:r>
            <a:endParaRPr lang="fr-FR" sz="1200" b="0" i="0" u="none" strike="noStrike" kern="1200">
              <a:solidFill>
                <a:schemeClr val="tx1"/>
              </a:solidFill>
              <a:effectLst/>
              <a:latin typeface="+mn-lt"/>
              <a:ea typeface="+mn-ea"/>
              <a:cs typeface="+mn-cs"/>
            </a:endParaRPr>
          </a:p>
          <a:p>
            <a:r>
              <a:rPr lang="fr-FR" sz="1200" b="0" i="0" u="none" strike="noStrike" kern="1200">
                <a:solidFill>
                  <a:schemeClr val="tx1"/>
                </a:solidFill>
                <a:effectLst/>
                <a:latin typeface="+mn-lt"/>
                <a:ea typeface="+mn-ea"/>
                <a:cs typeface="+mn-cs"/>
              </a:rPr>
              <a:t>REST est le plus simple pour exposer une API patient : JSON lisible, testable avec Postman/</a:t>
            </a:r>
            <a:r>
              <a:rPr lang="fr-FR" sz="1200" b="0" i="0" u="none" strike="noStrike" kern="1200" err="1">
                <a:solidFill>
                  <a:schemeClr val="tx1"/>
                </a:solidFill>
                <a:effectLst/>
                <a:latin typeface="+mn-lt"/>
                <a:ea typeface="+mn-ea"/>
                <a:cs typeface="+mn-cs"/>
              </a:rPr>
              <a:t>curl</a:t>
            </a:r>
            <a:r>
              <a:rPr lang="fr-FR" sz="1200" b="0" i="0" u="none" strike="noStrike" kern="1200">
                <a:solidFill>
                  <a:schemeClr val="tx1"/>
                </a:solidFill>
                <a:effectLst/>
                <a:latin typeface="+mn-lt"/>
                <a:ea typeface="+mn-ea"/>
                <a:cs typeface="+mn-cs"/>
              </a:rPr>
              <a:t>, et très standard. Donc c’est cohérent pour la soumission et la consultation.</a:t>
            </a:r>
          </a:p>
        </p:txBody>
      </p:sp>
      <p:sp>
        <p:nvSpPr>
          <p:cNvPr id="4" name="Espace réservé du numéro de diapositive 3">
            <a:extLst>
              <a:ext uri="{FF2B5EF4-FFF2-40B4-BE49-F238E27FC236}">
                <a16:creationId xmlns:a16="http://schemas.microsoft.com/office/drawing/2014/main" id="{9C1D943D-2F62-01E4-151A-109D66FCACC6}"/>
              </a:ext>
            </a:extLst>
          </p:cNvPr>
          <p:cNvSpPr>
            <a:spLocks noGrp="1"/>
          </p:cNvSpPr>
          <p:nvPr>
            <p:ph type="sldNum" sz="quarter" idx="5"/>
          </p:nvPr>
        </p:nvSpPr>
        <p:spPr/>
        <p:txBody>
          <a:bodyPr/>
          <a:lstStyle/>
          <a:p>
            <a:fld id="{83AE00B3-1A72-EB4E-9815-D0A835A5D761}" type="slidenum">
              <a:rPr lang="fr-FR" smtClean="0"/>
              <a:t>12</a:t>
            </a:fld>
            <a:endParaRPr lang="fr-FR"/>
          </a:p>
        </p:txBody>
      </p:sp>
    </p:spTree>
    <p:extLst>
      <p:ext uri="{BB962C8B-B14F-4D97-AF65-F5344CB8AC3E}">
        <p14:creationId xmlns:p14="http://schemas.microsoft.com/office/powerpoint/2010/main" val="30076687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01924-B9CB-B01C-845E-45353EDBB9D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D59AC77-8D82-9563-4E9D-5B3581C23639}"/>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30603970-FDC9-A7D9-A3DB-7A70F544FD27}"/>
              </a:ext>
            </a:extLst>
          </p:cNvPr>
          <p:cNvSpPr>
            <a:spLocks noGrp="1"/>
          </p:cNvSpPr>
          <p:nvPr>
            <p:ph type="body" idx="1"/>
          </p:nvPr>
        </p:nvSpPr>
        <p:spPr/>
        <p:txBody>
          <a:bodyPr/>
          <a:lstStyle/>
          <a:p>
            <a:endParaRPr lang="fr-FR" sz="1200" b="0" i="0" u="none" strike="noStrike" kern="1200">
              <a:solidFill>
                <a:schemeClr val="tx1"/>
              </a:solidFill>
              <a:effectLst/>
              <a:latin typeface="+mn-lt"/>
              <a:ea typeface="+mn-ea"/>
              <a:cs typeface="+mn-cs"/>
            </a:endParaRPr>
          </a:p>
          <a:p>
            <a:r>
              <a:rPr lang="fr-FR" sz="1200" b="0" i="0" u="none" strike="noStrike" kern="1200">
                <a:solidFill>
                  <a:schemeClr val="tx1"/>
                </a:solidFill>
                <a:effectLst/>
                <a:latin typeface="+mn-lt"/>
                <a:ea typeface="+mn-ea"/>
                <a:cs typeface="+mn-cs"/>
              </a:rPr>
              <a:t>5.3. Pourquoi SOAP pour identité</a:t>
            </a:r>
          </a:p>
          <a:p>
            <a:r>
              <a:rPr lang="fr-FR" sz="1200" b="0" i="0" u="none" strike="noStrike" kern="1200">
                <a:solidFill>
                  <a:schemeClr val="tx1"/>
                </a:solidFill>
                <a:effectLst/>
                <a:latin typeface="+mn-lt"/>
                <a:ea typeface="+mn-ea"/>
                <a:cs typeface="+mn-cs"/>
              </a:rPr>
              <a:t>SOAP apporte un contrat fort (WSDL) et correspond aux cas où le partenaire impose une interface formelle et stable. Étant donnée que l’identité est un service “administratif”, SOAP est un choix crédible et conforme au sujet.</a:t>
            </a:r>
            <a:endParaRPr lang="fr-FR"/>
          </a:p>
        </p:txBody>
      </p:sp>
      <p:sp>
        <p:nvSpPr>
          <p:cNvPr id="4" name="Espace réservé du numéro de diapositive 3">
            <a:extLst>
              <a:ext uri="{FF2B5EF4-FFF2-40B4-BE49-F238E27FC236}">
                <a16:creationId xmlns:a16="http://schemas.microsoft.com/office/drawing/2014/main" id="{57AA44E0-090D-57B3-38A2-F1940FC9121D}"/>
              </a:ext>
            </a:extLst>
          </p:cNvPr>
          <p:cNvSpPr>
            <a:spLocks noGrp="1"/>
          </p:cNvSpPr>
          <p:nvPr>
            <p:ph type="sldNum" sz="quarter" idx="5"/>
          </p:nvPr>
        </p:nvSpPr>
        <p:spPr/>
        <p:txBody>
          <a:bodyPr/>
          <a:lstStyle/>
          <a:p>
            <a:fld id="{83AE00B3-1A72-EB4E-9815-D0A835A5D761}" type="slidenum">
              <a:rPr lang="fr-FR" smtClean="0"/>
              <a:t>13</a:t>
            </a:fld>
            <a:endParaRPr lang="fr-FR"/>
          </a:p>
        </p:txBody>
      </p:sp>
    </p:spTree>
    <p:extLst>
      <p:ext uri="{BB962C8B-B14F-4D97-AF65-F5344CB8AC3E}">
        <p14:creationId xmlns:p14="http://schemas.microsoft.com/office/powerpoint/2010/main" val="16580033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8FFEA-486B-B94D-1E8A-B0F3CBCFA7A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565BE10-5F17-7A71-BB93-C931605C3681}"/>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112E4BCA-3003-7B4D-F511-1E99296D71A8}"/>
              </a:ext>
            </a:extLst>
          </p:cNvPr>
          <p:cNvSpPr>
            <a:spLocks noGrp="1"/>
          </p:cNvSpPr>
          <p:nvPr>
            <p:ph type="body" idx="1"/>
          </p:nvPr>
        </p:nvSpPr>
        <p:spPr/>
        <p:txBody>
          <a:bodyPr/>
          <a:lstStyle/>
          <a:p>
            <a:r>
              <a:rPr lang="fr-FR" sz="1200" b="0" i="0" u="none" strike="noStrike" kern="1200">
                <a:solidFill>
                  <a:schemeClr val="tx1"/>
                </a:solidFill>
                <a:effectLst/>
                <a:latin typeface="+mn-lt"/>
                <a:ea typeface="+mn-ea"/>
                <a:cs typeface="+mn-cs"/>
              </a:rPr>
              <a:t>5.4. Pourquoi gRPC pour assurance</a:t>
            </a:r>
          </a:p>
          <a:p>
            <a:r>
              <a:rPr lang="fr-FR" sz="1200" b="0" i="0" u="none" strike="noStrike" kern="1200">
                <a:solidFill>
                  <a:schemeClr val="tx1"/>
                </a:solidFill>
                <a:effectLst/>
                <a:latin typeface="+mn-lt"/>
                <a:ea typeface="+mn-ea"/>
                <a:cs typeface="+mn-cs"/>
              </a:rPr>
              <a:t>gRPC correspond bien à un échange inter-service typé, rapide, et strict. Donc c’est un bon candidat pour l’assureur, notamment si on imagine de gros volumes de requêtes.</a:t>
            </a:r>
          </a:p>
        </p:txBody>
      </p:sp>
      <p:sp>
        <p:nvSpPr>
          <p:cNvPr id="4" name="Espace réservé du numéro de diapositive 3">
            <a:extLst>
              <a:ext uri="{FF2B5EF4-FFF2-40B4-BE49-F238E27FC236}">
                <a16:creationId xmlns:a16="http://schemas.microsoft.com/office/drawing/2014/main" id="{B334A61A-959B-AC01-F589-7B0E3914DE32}"/>
              </a:ext>
            </a:extLst>
          </p:cNvPr>
          <p:cNvSpPr>
            <a:spLocks noGrp="1"/>
          </p:cNvSpPr>
          <p:nvPr>
            <p:ph type="sldNum" sz="quarter" idx="5"/>
          </p:nvPr>
        </p:nvSpPr>
        <p:spPr/>
        <p:txBody>
          <a:bodyPr/>
          <a:lstStyle/>
          <a:p>
            <a:fld id="{83AE00B3-1A72-EB4E-9815-D0A835A5D761}" type="slidenum">
              <a:rPr lang="fr-FR" smtClean="0"/>
              <a:t>14</a:t>
            </a:fld>
            <a:endParaRPr lang="fr-FR"/>
          </a:p>
        </p:txBody>
      </p:sp>
    </p:spTree>
    <p:extLst>
      <p:ext uri="{BB962C8B-B14F-4D97-AF65-F5344CB8AC3E}">
        <p14:creationId xmlns:p14="http://schemas.microsoft.com/office/powerpoint/2010/main" val="36288686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E1CFC-6B9F-0F57-4198-AEB7DE1B3E0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E31FF90-9053-CCD2-DE3F-5240B53ED996}"/>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CF5CE536-24B9-97CC-585F-857C49665138}"/>
              </a:ext>
            </a:extLst>
          </p:cNvPr>
          <p:cNvSpPr>
            <a:spLocks noGrp="1"/>
          </p:cNvSpPr>
          <p:nvPr>
            <p:ph type="body" idx="1"/>
          </p:nvPr>
        </p:nvSpPr>
        <p:spPr/>
        <p:txBody>
          <a:bodyPr/>
          <a:lstStyle/>
          <a:p>
            <a:endParaRPr lang="fr-FR" sz="1200" b="0" i="0" u="none" strike="noStrike" kern="1200">
              <a:solidFill>
                <a:schemeClr val="tx1"/>
              </a:solidFill>
              <a:effectLst/>
              <a:latin typeface="+mn-lt"/>
              <a:ea typeface="+mn-ea"/>
              <a:cs typeface="+mn-cs"/>
            </a:endParaRPr>
          </a:p>
          <a:p>
            <a:r>
              <a:rPr lang="fr-FR" sz="1200" b="0" i="0" u="none" strike="noStrike" kern="1200">
                <a:solidFill>
                  <a:schemeClr val="tx1"/>
                </a:solidFill>
                <a:effectLst/>
                <a:latin typeface="+mn-lt"/>
                <a:ea typeface="+mn-ea"/>
                <a:cs typeface="+mn-cs"/>
              </a:rPr>
              <a:t>12</a:t>
            </a:r>
          </a:p>
          <a:p>
            <a:endParaRPr lang="fr-FR" sz="1200" b="0" i="0" u="none" strike="noStrike" kern="1200">
              <a:solidFill>
                <a:schemeClr val="tx1"/>
              </a:solidFill>
              <a:effectLst/>
              <a:latin typeface="+mn-lt"/>
              <a:ea typeface="+mn-ea"/>
              <a:cs typeface="+mn-cs"/>
            </a:endParaRPr>
          </a:p>
          <a:p>
            <a:endParaRPr lang="fr-FR" sz="1200" b="0" i="0" u="none" strike="noStrike" kern="1200">
              <a:solidFill>
                <a:schemeClr val="tx1"/>
              </a:solidFill>
              <a:effectLst/>
              <a:latin typeface="+mn-lt"/>
              <a:ea typeface="+mn-ea"/>
              <a:cs typeface="+mn-cs"/>
            </a:endParaRPr>
          </a:p>
          <a:p>
            <a:r>
              <a:rPr lang="fr-FR" sz="1200" b="0" i="0" u="none" strike="noStrike" kern="1200">
                <a:solidFill>
                  <a:schemeClr val="tx1"/>
                </a:solidFill>
                <a:effectLst/>
                <a:latin typeface="+mn-lt"/>
                <a:ea typeface="+mn-ea"/>
                <a:cs typeface="+mn-cs"/>
              </a:rPr>
              <a:t>5.5. Pourquoi GraphQL pour </a:t>
            </a:r>
            <a:r>
              <a:rPr lang="fr-FR" sz="1200" b="0" i="0" u="none" strike="noStrike" kern="1200" err="1">
                <a:solidFill>
                  <a:schemeClr val="tx1"/>
                </a:solidFill>
                <a:effectLst/>
                <a:latin typeface="+mn-lt"/>
                <a:ea typeface="+mn-ea"/>
                <a:cs typeface="+mn-cs"/>
              </a:rPr>
              <a:t>scoring</a:t>
            </a:r>
            <a:endParaRPr lang="fr-FR" sz="1200" b="0" i="0" u="none" strike="noStrike" kern="1200">
              <a:solidFill>
                <a:schemeClr val="tx1"/>
              </a:solidFill>
              <a:effectLst/>
              <a:latin typeface="+mn-lt"/>
              <a:ea typeface="+mn-ea"/>
              <a:cs typeface="+mn-cs"/>
            </a:endParaRPr>
          </a:p>
          <a:p>
            <a:r>
              <a:rPr lang="fr-FR" sz="1200" b="0" i="0" u="none" strike="noStrike" kern="1200">
                <a:solidFill>
                  <a:schemeClr val="tx1"/>
                </a:solidFill>
                <a:effectLst/>
                <a:latin typeface="+mn-lt"/>
                <a:ea typeface="+mn-ea"/>
                <a:cs typeface="+mn-cs"/>
              </a:rPr>
              <a:t>GraphQL est pertinent pour un service d’analyse où le client veut demander précisément la structure de réponse. Ainsi, le </a:t>
            </a:r>
            <a:r>
              <a:rPr lang="fr-FR" sz="1200" b="0" i="0" u="none" strike="noStrike" kern="1200" err="1">
                <a:solidFill>
                  <a:schemeClr val="tx1"/>
                </a:solidFill>
                <a:effectLst/>
                <a:latin typeface="+mn-lt"/>
                <a:ea typeface="+mn-ea"/>
                <a:cs typeface="+mn-cs"/>
              </a:rPr>
              <a:t>scoring</a:t>
            </a:r>
            <a:r>
              <a:rPr lang="fr-FR" sz="1200" b="0" i="0" u="none" strike="noStrike" kern="1200">
                <a:solidFill>
                  <a:schemeClr val="tx1"/>
                </a:solidFill>
                <a:effectLst/>
                <a:latin typeface="+mn-lt"/>
                <a:ea typeface="+mn-ea"/>
                <a:cs typeface="+mn-cs"/>
              </a:rPr>
              <a:t> est un bon cas d’usage : on peut enrichir la réponse plus tard (ex. facteurs explicatifs) sans casser l’API..</a:t>
            </a:r>
            <a:endParaRPr lang="fr-FR"/>
          </a:p>
        </p:txBody>
      </p:sp>
      <p:sp>
        <p:nvSpPr>
          <p:cNvPr id="4" name="Espace réservé du numéro de diapositive 3">
            <a:extLst>
              <a:ext uri="{FF2B5EF4-FFF2-40B4-BE49-F238E27FC236}">
                <a16:creationId xmlns:a16="http://schemas.microsoft.com/office/drawing/2014/main" id="{F66615CE-7892-7461-FA81-2794C34B4304}"/>
              </a:ext>
            </a:extLst>
          </p:cNvPr>
          <p:cNvSpPr>
            <a:spLocks noGrp="1"/>
          </p:cNvSpPr>
          <p:nvPr>
            <p:ph type="sldNum" sz="quarter" idx="5"/>
          </p:nvPr>
        </p:nvSpPr>
        <p:spPr/>
        <p:txBody>
          <a:bodyPr/>
          <a:lstStyle/>
          <a:p>
            <a:fld id="{83AE00B3-1A72-EB4E-9815-D0A835A5D761}" type="slidenum">
              <a:rPr lang="fr-FR" smtClean="0"/>
              <a:t>15</a:t>
            </a:fld>
            <a:endParaRPr lang="fr-FR"/>
          </a:p>
        </p:txBody>
      </p:sp>
    </p:spTree>
    <p:extLst>
      <p:ext uri="{BB962C8B-B14F-4D97-AF65-F5344CB8AC3E}">
        <p14:creationId xmlns:p14="http://schemas.microsoft.com/office/powerpoint/2010/main" val="14675061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10985-CF0F-7D8F-B896-A7CF212739E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454A5C4-24A0-9B52-F658-67374F08D932}"/>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879CC129-58EE-288C-2613-353D62662A34}"/>
              </a:ext>
            </a:extLst>
          </p:cNvPr>
          <p:cNvSpPr>
            <a:spLocks noGrp="1"/>
          </p:cNvSpPr>
          <p:nvPr>
            <p:ph type="body" idx="1"/>
          </p:nvPr>
        </p:nvSpPr>
        <p:spPr/>
        <p:txBody>
          <a:bodyPr/>
          <a:lstStyle/>
          <a:p>
            <a:r>
              <a:rPr lang="fr-FR" sz="1200" b="0" i="0" u="none" strike="noStrike" kern="1200">
                <a:solidFill>
                  <a:schemeClr val="tx1"/>
                </a:solidFill>
                <a:effectLst/>
                <a:latin typeface="+mn-lt"/>
                <a:ea typeface="+mn-ea"/>
                <a:cs typeface="+mn-cs"/>
              </a:rPr>
              <a:t>5.6. Pourquoi stockage mémoire</a:t>
            </a:r>
          </a:p>
          <a:p>
            <a:r>
              <a:rPr lang="fr-FR" sz="1200" b="0" i="0" u="none" strike="noStrike" kern="1200">
                <a:solidFill>
                  <a:schemeClr val="tx1"/>
                </a:solidFill>
                <a:effectLst/>
                <a:latin typeface="+mn-lt"/>
                <a:ea typeface="+mn-ea"/>
                <a:cs typeface="+mn-cs"/>
              </a:rPr>
              <a:t>Pour un projet pédagogique, l’objectif est de prouver les interactions multi-API, pas de construire une infra DB complète. Donc une mémoire partagée (thread-</a:t>
            </a:r>
            <a:r>
              <a:rPr lang="fr-FR" sz="1200" b="0" i="0" u="none" strike="noStrike" kern="1200" err="1">
                <a:solidFill>
                  <a:schemeClr val="tx1"/>
                </a:solidFill>
                <a:effectLst/>
                <a:latin typeface="+mn-lt"/>
                <a:ea typeface="+mn-ea"/>
                <a:cs typeface="+mn-cs"/>
              </a:rPr>
              <a:t>safe</a:t>
            </a:r>
            <a:r>
              <a:rPr lang="fr-FR" sz="1200" b="0" i="0" u="none" strike="noStrike" kern="1200">
                <a:solidFill>
                  <a:schemeClr val="tx1"/>
                </a:solidFill>
                <a:effectLst/>
                <a:latin typeface="+mn-lt"/>
                <a:ea typeface="+mn-ea"/>
                <a:cs typeface="+mn-cs"/>
              </a:rPr>
              <a:t>) suffit pour démontrer </a:t>
            </a:r>
            <a:r>
              <a:rPr lang="fr-FR" sz="1200" b="0" i="0" u="none" strike="noStrike" kern="1200" err="1">
                <a:solidFill>
                  <a:schemeClr val="tx1"/>
                </a:solidFill>
                <a:effectLst/>
                <a:latin typeface="+mn-lt"/>
                <a:ea typeface="+mn-ea"/>
                <a:cs typeface="+mn-cs"/>
              </a:rPr>
              <a:t>tracking</a:t>
            </a:r>
            <a:r>
              <a:rPr lang="fr-FR" sz="1200" b="0" i="0" u="none" strike="noStrike" kern="1200">
                <a:solidFill>
                  <a:schemeClr val="tx1"/>
                </a:solidFill>
                <a:effectLst/>
                <a:latin typeface="+mn-lt"/>
                <a:ea typeface="+mn-ea"/>
                <a:cs typeface="+mn-cs"/>
              </a:rPr>
              <a:t> et cohérence.</a:t>
            </a:r>
          </a:p>
        </p:txBody>
      </p:sp>
      <p:sp>
        <p:nvSpPr>
          <p:cNvPr id="4" name="Espace réservé du numéro de diapositive 3">
            <a:extLst>
              <a:ext uri="{FF2B5EF4-FFF2-40B4-BE49-F238E27FC236}">
                <a16:creationId xmlns:a16="http://schemas.microsoft.com/office/drawing/2014/main" id="{55FDCED0-EB7A-480E-A386-3F9D63A3CED5}"/>
              </a:ext>
            </a:extLst>
          </p:cNvPr>
          <p:cNvSpPr>
            <a:spLocks noGrp="1"/>
          </p:cNvSpPr>
          <p:nvPr>
            <p:ph type="sldNum" sz="quarter" idx="5"/>
          </p:nvPr>
        </p:nvSpPr>
        <p:spPr/>
        <p:txBody>
          <a:bodyPr/>
          <a:lstStyle/>
          <a:p>
            <a:fld id="{83AE00B3-1A72-EB4E-9815-D0A835A5D761}" type="slidenum">
              <a:rPr lang="fr-FR" smtClean="0"/>
              <a:t>16</a:t>
            </a:fld>
            <a:endParaRPr lang="fr-FR"/>
          </a:p>
        </p:txBody>
      </p:sp>
    </p:spTree>
    <p:extLst>
      <p:ext uri="{BB962C8B-B14F-4D97-AF65-F5344CB8AC3E}">
        <p14:creationId xmlns:p14="http://schemas.microsoft.com/office/powerpoint/2010/main" val="28533764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42F86A-8DD9-69C3-17A7-29876B5F714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6CDA16E8-611E-438F-5F6F-A6CA44EA0B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E7F884EE-2B9E-4BA8-DD46-7FBC8062C7B9}"/>
              </a:ext>
            </a:extLst>
          </p:cNvPr>
          <p:cNvSpPr>
            <a:spLocks noGrp="1"/>
          </p:cNvSpPr>
          <p:nvPr>
            <p:ph type="dt" sz="half" idx="10"/>
          </p:nvPr>
        </p:nvSpPr>
        <p:spPr/>
        <p:txBody>
          <a:bodyPr/>
          <a:lstStyle/>
          <a:p>
            <a:fld id="{D6254D70-6FB1-4795-B27E-30916067CF5A}" type="datetime1">
              <a:rPr lang="fr-FR" smtClean="0"/>
              <a:t>26/01/2026</a:t>
            </a:fld>
            <a:endParaRPr lang="fr-FR"/>
          </a:p>
        </p:txBody>
      </p:sp>
      <p:sp>
        <p:nvSpPr>
          <p:cNvPr id="5" name="Espace réservé du pied de page 4">
            <a:extLst>
              <a:ext uri="{FF2B5EF4-FFF2-40B4-BE49-F238E27FC236}">
                <a16:creationId xmlns:a16="http://schemas.microsoft.com/office/drawing/2014/main" id="{C1956EF5-22F9-680D-EE7D-0D0D4891CBC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8D26292-3FB2-B30A-539F-32350E0B1D5A}"/>
              </a:ext>
            </a:extLst>
          </p:cNvPr>
          <p:cNvSpPr>
            <a:spLocks noGrp="1"/>
          </p:cNvSpPr>
          <p:nvPr>
            <p:ph type="sldNum" sz="quarter" idx="12"/>
          </p:nvPr>
        </p:nvSpPr>
        <p:spPr/>
        <p:txBody>
          <a:bodyPr/>
          <a:lstStyle/>
          <a:p>
            <a:fld id="{C78954A9-0B93-8447-8914-95EE09401EEE}" type="slidenum">
              <a:rPr lang="fr-FR" smtClean="0"/>
              <a:t>‹N°›</a:t>
            </a:fld>
            <a:endParaRPr lang="fr-FR"/>
          </a:p>
        </p:txBody>
      </p:sp>
    </p:spTree>
    <p:extLst>
      <p:ext uri="{BB962C8B-B14F-4D97-AF65-F5344CB8AC3E}">
        <p14:creationId xmlns:p14="http://schemas.microsoft.com/office/powerpoint/2010/main" val="898253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9CDBD9-8F97-A3A0-2202-3D6BEBCD035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F75D0FAF-BB0E-E38C-6964-D42509BD85F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9E88012-B4C1-D488-A298-64BAED88DE72}"/>
              </a:ext>
            </a:extLst>
          </p:cNvPr>
          <p:cNvSpPr>
            <a:spLocks noGrp="1"/>
          </p:cNvSpPr>
          <p:nvPr>
            <p:ph type="dt" sz="half" idx="10"/>
          </p:nvPr>
        </p:nvSpPr>
        <p:spPr/>
        <p:txBody>
          <a:bodyPr/>
          <a:lstStyle/>
          <a:p>
            <a:fld id="{02D74BFF-883F-4ECA-B63B-7A2F6669CE90}" type="datetime1">
              <a:rPr lang="fr-FR" smtClean="0"/>
              <a:t>26/01/2026</a:t>
            </a:fld>
            <a:endParaRPr lang="fr-FR"/>
          </a:p>
        </p:txBody>
      </p:sp>
      <p:sp>
        <p:nvSpPr>
          <p:cNvPr id="5" name="Espace réservé du pied de page 4">
            <a:extLst>
              <a:ext uri="{FF2B5EF4-FFF2-40B4-BE49-F238E27FC236}">
                <a16:creationId xmlns:a16="http://schemas.microsoft.com/office/drawing/2014/main" id="{4EEF73DF-91D7-AD2D-2C7B-1089FB34025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578B348-6F30-5FED-B393-DD7072BC955E}"/>
              </a:ext>
            </a:extLst>
          </p:cNvPr>
          <p:cNvSpPr>
            <a:spLocks noGrp="1"/>
          </p:cNvSpPr>
          <p:nvPr>
            <p:ph type="sldNum" sz="quarter" idx="12"/>
          </p:nvPr>
        </p:nvSpPr>
        <p:spPr/>
        <p:txBody>
          <a:bodyPr/>
          <a:lstStyle/>
          <a:p>
            <a:fld id="{C78954A9-0B93-8447-8914-95EE09401EEE}" type="slidenum">
              <a:rPr lang="fr-FR" smtClean="0"/>
              <a:t>‹N°›</a:t>
            </a:fld>
            <a:endParaRPr lang="fr-FR"/>
          </a:p>
        </p:txBody>
      </p:sp>
    </p:spTree>
    <p:extLst>
      <p:ext uri="{BB962C8B-B14F-4D97-AF65-F5344CB8AC3E}">
        <p14:creationId xmlns:p14="http://schemas.microsoft.com/office/powerpoint/2010/main" val="4053202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1601D6-E7AB-D6E7-9012-FA1D3F1477F4}"/>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5EB8DB1F-91C2-1364-31CE-BC386454FAC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78D4CCD3-0A5B-414D-A956-3C6414160A36}"/>
              </a:ext>
            </a:extLst>
          </p:cNvPr>
          <p:cNvSpPr>
            <a:spLocks noGrp="1"/>
          </p:cNvSpPr>
          <p:nvPr>
            <p:ph type="dt" sz="half" idx="10"/>
          </p:nvPr>
        </p:nvSpPr>
        <p:spPr/>
        <p:txBody>
          <a:bodyPr/>
          <a:lstStyle/>
          <a:p>
            <a:fld id="{9C28E51F-2EAC-4813-ABAF-CBAD5362FCBD}" type="datetime1">
              <a:rPr lang="fr-FR" smtClean="0"/>
              <a:t>26/01/2026</a:t>
            </a:fld>
            <a:endParaRPr lang="fr-FR"/>
          </a:p>
        </p:txBody>
      </p:sp>
      <p:sp>
        <p:nvSpPr>
          <p:cNvPr id="5" name="Espace réservé du pied de page 4">
            <a:extLst>
              <a:ext uri="{FF2B5EF4-FFF2-40B4-BE49-F238E27FC236}">
                <a16:creationId xmlns:a16="http://schemas.microsoft.com/office/drawing/2014/main" id="{6D401C56-6BD8-FD8D-B999-9BF6B4F6A06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2A40DB0-F319-19C4-494B-F272F0AF49E4}"/>
              </a:ext>
            </a:extLst>
          </p:cNvPr>
          <p:cNvSpPr>
            <a:spLocks noGrp="1"/>
          </p:cNvSpPr>
          <p:nvPr>
            <p:ph type="sldNum" sz="quarter" idx="12"/>
          </p:nvPr>
        </p:nvSpPr>
        <p:spPr/>
        <p:txBody>
          <a:bodyPr/>
          <a:lstStyle/>
          <a:p>
            <a:fld id="{C78954A9-0B93-8447-8914-95EE09401EEE}" type="slidenum">
              <a:rPr lang="fr-FR" smtClean="0"/>
              <a:t>‹N°›</a:t>
            </a:fld>
            <a:endParaRPr lang="fr-FR"/>
          </a:p>
        </p:txBody>
      </p:sp>
    </p:spTree>
    <p:extLst>
      <p:ext uri="{BB962C8B-B14F-4D97-AF65-F5344CB8AC3E}">
        <p14:creationId xmlns:p14="http://schemas.microsoft.com/office/powerpoint/2010/main" val="145910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75A9FC-A8D1-6E8B-8681-A7FA2AC1FE8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5A49A295-6E96-687D-CC22-B95B9525C85C}"/>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B8A92979-775C-FC8D-8026-712E49865D43}"/>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3CD04A6F-D93E-F08B-3951-20B32B52D6A9}"/>
              </a:ext>
            </a:extLst>
          </p:cNvPr>
          <p:cNvSpPr>
            <a:spLocks noGrp="1"/>
          </p:cNvSpPr>
          <p:nvPr>
            <p:ph type="dt" sz="half" idx="10"/>
          </p:nvPr>
        </p:nvSpPr>
        <p:spPr/>
        <p:txBody>
          <a:bodyPr/>
          <a:lstStyle/>
          <a:p>
            <a:fld id="{18520F95-063B-4F56-B29C-5CEF4A07BDF5}" type="datetime1">
              <a:rPr lang="fr-FR" smtClean="0"/>
              <a:t>26/01/2026</a:t>
            </a:fld>
            <a:endParaRPr lang="fr-FR"/>
          </a:p>
        </p:txBody>
      </p:sp>
      <p:sp>
        <p:nvSpPr>
          <p:cNvPr id="6" name="Espace réservé du pied de page 5">
            <a:extLst>
              <a:ext uri="{FF2B5EF4-FFF2-40B4-BE49-F238E27FC236}">
                <a16:creationId xmlns:a16="http://schemas.microsoft.com/office/drawing/2014/main" id="{20B948C2-AE97-6A3F-8B55-0DD696C426D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54FA4DB-9EAC-1032-46A6-02232CD38A84}"/>
              </a:ext>
            </a:extLst>
          </p:cNvPr>
          <p:cNvSpPr>
            <a:spLocks noGrp="1"/>
          </p:cNvSpPr>
          <p:nvPr>
            <p:ph type="sldNum" sz="quarter" idx="12"/>
          </p:nvPr>
        </p:nvSpPr>
        <p:spPr/>
        <p:txBody>
          <a:bodyPr/>
          <a:lstStyle/>
          <a:p>
            <a:fld id="{C78954A9-0B93-8447-8914-95EE09401EEE}" type="slidenum">
              <a:rPr lang="fr-FR" smtClean="0"/>
              <a:t>‹N°›</a:t>
            </a:fld>
            <a:endParaRPr lang="fr-FR"/>
          </a:p>
        </p:txBody>
      </p:sp>
    </p:spTree>
    <p:extLst>
      <p:ext uri="{BB962C8B-B14F-4D97-AF65-F5344CB8AC3E}">
        <p14:creationId xmlns:p14="http://schemas.microsoft.com/office/powerpoint/2010/main" val="2516118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9985EB-EE73-0FFD-1538-18FA9F8346C8}"/>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94E44965-B5A9-F96A-B1B1-3194735D49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F9845A44-8A09-38D7-1B46-0FB8E6D875F9}"/>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A7567872-FD7D-2DE4-8CE8-495379DF1F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A94D1754-031D-9138-E71E-7FCA250783C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1E4ED8D-752C-F282-88B7-FD8D843AEBFC}"/>
              </a:ext>
            </a:extLst>
          </p:cNvPr>
          <p:cNvSpPr>
            <a:spLocks noGrp="1"/>
          </p:cNvSpPr>
          <p:nvPr>
            <p:ph type="dt" sz="half" idx="10"/>
          </p:nvPr>
        </p:nvSpPr>
        <p:spPr/>
        <p:txBody>
          <a:bodyPr/>
          <a:lstStyle/>
          <a:p>
            <a:fld id="{4CA04D1C-6B88-4D4E-BED9-D887577D085D}" type="datetime1">
              <a:rPr lang="fr-FR" smtClean="0"/>
              <a:t>26/01/2026</a:t>
            </a:fld>
            <a:endParaRPr lang="fr-FR"/>
          </a:p>
        </p:txBody>
      </p:sp>
      <p:sp>
        <p:nvSpPr>
          <p:cNvPr id="8" name="Espace réservé du pied de page 7">
            <a:extLst>
              <a:ext uri="{FF2B5EF4-FFF2-40B4-BE49-F238E27FC236}">
                <a16:creationId xmlns:a16="http://schemas.microsoft.com/office/drawing/2014/main" id="{8A3097FA-ECFE-ADCA-DB69-B9711A05EA53}"/>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3A652E3E-E753-2B96-A6C0-511D86740AA5}"/>
              </a:ext>
            </a:extLst>
          </p:cNvPr>
          <p:cNvSpPr>
            <a:spLocks noGrp="1"/>
          </p:cNvSpPr>
          <p:nvPr>
            <p:ph type="sldNum" sz="quarter" idx="12"/>
          </p:nvPr>
        </p:nvSpPr>
        <p:spPr/>
        <p:txBody>
          <a:bodyPr/>
          <a:lstStyle/>
          <a:p>
            <a:fld id="{C78954A9-0B93-8447-8914-95EE09401EEE}" type="slidenum">
              <a:rPr lang="fr-FR" smtClean="0"/>
              <a:t>‹N°›</a:t>
            </a:fld>
            <a:endParaRPr lang="fr-FR"/>
          </a:p>
        </p:txBody>
      </p:sp>
    </p:spTree>
    <p:extLst>
      <p:ext uri="{BB962C8B-B14F-4D97-AF65-F5344CB8AC3E}">
        <p14:creationId xmlns:p14="http://schemas.microsoft.com/office/powerpoint/2010/main" val="36584551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191F01-13E0-8EF4-49B3-4DCAA59CBDD7}"/>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C11202CA-3A8F-442A-5077-3D28929A65DB}"/>
              </a:ext>
            </a:extLst>
          </p:cNvPr>
          <p:cNvSpPr>
            <a:spLocks noGrp="1"/>
          </p:cNvSpPr>
          <p:nvPr>
            <p:ph type="dt" sz="half" idx="10"/>
          </p:nvPr>
        </p:nvSpPr>
        <p:spPr/>
        <p:txBody>
          <a:bodyPr/>
          <a:lstStyle/>
          <a:p>
            <a:fld id="{46921279-8851-421D-85FB-C80C3CCECC04}" type="datetime1">
              <a:rPr lang="fr-FR" smtClean="0"/>
              <a:t>26/01/2026</a:t>
            </a:fld>
            <a:endParaRPr lang="fr-FR"/>
          </a:p>
        </p:txBody>
      </p:sp>
      <p:sp>
        <p:nvSpPr>
          <p:cNvPr id="4" name="Espace réservé du pied de page 3">
            <a:extLst>
              <a:ext uri="{FF2B5EF4-FFF2-40B4-BE49-F238E27FC236}">
                <a16:creationId xmlns:a16="http://schemas.microsoft.com/office/drawing/2014/main" id="{B36DD668-968E-E352-8A91-5209D0CAC2D6}"/>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933CC121-20DD-62BB-4B70-ABE84AEF9C99}"/>
              </a:ext>
            </a:extLst>
          </p:cNvPr>
          <p:cNvSpPr>
            <a:spLocks noGrp="1"/>
          </p:cNvSpPr>
          <p:nvPr>
            <p:ph type="sldNum" sz="quarter" idx="12"/>
          </p:nvPr>
        </p:nvSpPr>
        <p:spPr/>
        <p:txBody>
          <a:bodyPr/>
          <a:lstStyle/>
          <a:p>
            <a:fld id="{C78954A9-0B93-8447-8914-95EE09401EEE}" type="slidenum">
              <a:rPr lang="fr-FR" smtClean="0"/>
              <a:t>‹N°›</a:t>
            </a:fld>
            <a:endParaRPr lang="fr-FR"/>
          </a:p>
        </p:txBody>
      </p:sp>
    </p:spTree>
    <p:extLst>
      <p:ext uri="{BB962C8B-B14F-4D97-AF65-F5344CB8AC3E}">
        <p14:creationId xmlns:p14="http://schemas.microsoft.com/office/powerpoint/2010/main" val="8169450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66844C9-BFCA-9330-30F6-F44D561B2D4D}"/>
              </a:ext>
            </a:extLst>
          </p:cNvPr>
          <p:cNvSpPr>
            <a:spLocks noGrp="1"/>
          </p:cNvSpPr>
          <p:nvPr>
            <p:ph type="dt" sz="half" idx="10"/>
          </p:nvPr>
        </p:nvSpPr>
        <p:spPr/>
        <p:txBody>
          <a:bodyPr/>
          <a:lstStyle/>
          <a:p>
            <a:fld id="{B4238D8A-4A06-4326-B309-7F6B1FE93797}" type="datetime1">
              <a:rPr lang="fr-FR" smtClean="0"/>
              <a:t>26/01/2026</a:t>
            </a:fld>
            <a:endParaRPr lang="fr-FR"/>
          </a:p>
        </p:txBody>
      </p:sp>
      <p:sp>
        <p:nvSpPr>
          <p:cNvPr id="3" name="Espace réservé du pied de page 2">
            <a:extLst>
              <a:ext uri="{FF2B5EF4-FFF2-40B4-BE49-F238E27FC236}">
                <a16:creationId xmlns:a16="http://schemas.microsoft.com/office/drawing/2014/main" id="{A3D7E3E3-0C8A-E169-DA07-2DC49439993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F88C503E-757F-A685-D314-C715008EDF33}"/>
              </a:ext>
            </a:extLst>
          </p:cNvPr>
          <p:cNvSpPr>
            <a:spLocks noGrp="1"/>
          </p:cNvSpPr>
          <p:nvPr>
            <p:ph type="sldNum" sz="quarter" idx="12"/>
          </p:nvPr>
        </p:nvSpPr>
        <p:spPr/>
        <p:txBody>
          <a:bodyPr/>
          <a:lstStyle/>
          <a:p>
            <a:fld id="{C78954A9-0B93-8447-8914-95EE09401EEE}" type="slidenum">
              <a:rPr lang="fr-FR" smtClean="0"/>
              <a:t>‹N°›</a:t>
            </a:fld>
            <a:endParaRPr lang="fr-FR"/>
          </a:p>
        </p:txBody>
      </p:sp>
    </p:spTree>
    <p:extLst>
      <p:ext uri="{BB962C8B-B14F-4D97-AF65-F5344CB8AC3E}">
        <p14:creationId xmlns:p14="http://schemas.microsoft.com/office/powerpoint/2010/main" val="150375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DC7A8A3-EAB0-7618-43A9-82E0EC559FF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6BC056BB-BE74-D8EE-968D-2FE69842F1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8F39DBA0-686A-8A43-5E8B-C70D3D7AA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0C20EBB-BA33-94D6-C393-7243A8AA9255}"/>
              </a:ext>
            </a:extLst>
          </p:cNvPr>
          <p:cNvSpPr>
            <a:spLocks noGrp="1"/>
          </p:cNvSpPr>
          <p:nvPr>
            <p:ph type="dt" sz="half" idx="10"/>
          </p:nvPr>
        </p:nvSpPr>
        <p:spPr/>
        <p:txBody>
          <a:bodyPr/>
          <a:lstStyle/>
          <a:p>
            <a:fld id="{645398E5-04FC-4F34-B96E-935446302768}" type="datetime1">
              <a:rPr lang="fr-FR" smtClean="0"/>
              <a:t>26/01/2026</a:t>
            </a:fld>
            <a:endParaRPr lang="fr-FR"/>
          </a:p>
        </p:txBody>
      </p:sp>
      <p:sp>
        <p:nvSpPr>
          <p:cNvPr id="6" name="Espace réservé du pied de page 5">
            <a:extLst>
              <a:ext uri="{FF2B5EF4-FFF2-40B4-BE49-F238E27FC236}">
                <a16:creationId xmlns:a16="http://schemas.microsoft.com/office/drawing/2014/main" id="{218A9A7D-43F9-9A6D-D72B-B18C7CEDA05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7CE7470-EAE1-F669-6667-F97D12A724EF}"/>
              </a:ext>
            </a:extLst>
          </p:cNvPr>
          <p:cNvSpPr>
            <a:spLocks noGrp="1"/>
          </p:cNvSpPr>
          <p:nvPr>
            <p:ph type="sldNum" sz="quarter" idx="12"/>
          </p:nvPr>
        </p:nvSpPr>
        <p:spPr/>
        <p:txBody>
          <a:bodyPr/>
          <a:lstStyle/>
          <a:p>
            <a:fld id="{C78954A9-0B93-8447-8914-95EE09401EEE}" type="slidenum">
              <a:rPr lang="fr-FR" smtClean="0"/>
              <a:t>‹N°›</a:t>
            </a:fld>
            <a:endParaRPr lang="fr-FR"/>
          </a:p>
        </p:txBody>
      </p:sp>
    </p:spTree>
    <p:extLst>
      <p:ext uri="{BB962C8B-B14F-4D97-AF65-F5344CB8AC3E}">
        <p14:creationId xmlns:p14="http://schemas.microsoft.com/office/powerpoint/2010/main" val="320217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222D3B-E0DB-01FE-11A6-165CAF839B4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B156C526-1A61-6A40-FBA5-AC90E8DAB9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DFDF3B84-B16F-A7C7-B33B-33CCD9BCD1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7ED8BAD-76C6-6A43-FF98-FF1FC2114229}"/>
              </a:ext>
            </a:extLst>
          </p:cNvPr>
          <p:cNvSpPr>
            <a:spLocks noGrp="1"/>
          </p:cNvSpPr>
          <p:nvPr>
            <p:ph type="dt" sz="half" idx="10"/>
          </p:nvPr>
        </p:nvSpPr>
        <p:spPr/>
        <p:txBody>
          <a:bodyPr/>
          <a:lstStyle/>
          <a:p>
            <a:fld id="{D68D445D-7D56-4E31-9E14-FCF42C38C448}" type="datetime1">
              <a:rPr lang="fr-FR" smtClean="0"/>
              <a:t>26/01/2026</a:t>
            </a:fld>
            <a:endParaRPr lang="fr-FR"/>
          </a:p>
        </p:txBody>
      </p:sp>
      <p:sp>
        <p:nvSpPr>
          <p:cNvPr id="6" name="Espace réservé du pied de page 5">
            <a:extLst>
              <a:ext uri="{FF2B5EF4-FFF2-40B4-BE49-F238E27FC236}">
                <a16:creationId xmlns:a16="http://schemas.microsoft.com/office/drawing/2014/main" id="{D1C08DCE-65F3-C737-1850-34473166028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97A5932-E585-F600-C4C8-0AB1362D443C}"/>
              </a:ext>
            </a:extLst>
          </p:cNvPr>
          <p:cNvSpPr>
            <a:spLocks noGrp="1"/>
          </p:cNvSpPr>
          <p:nvPr>
            <p:ph type="sldNum" sz="quarter" idx="12"/>
          </p:nvPr>
        </p:nvSpPr>
        <p:spPr/>
        <p:txBody>
          <a:bodyPr/>
          <a:lstStyle/>
          <a:p>
            <a:fld id="{C78954A9-0B93-8447-8914-95EE09401EEE}" type="slidenum">
              <a:rPr lang="fr-FR" smtClean="0"/>
              <a:t>‹N°›</a:t>
            </a:fld>
            <a:endParaRPr lang="fr-FR"/>
          </a:p>
        </p:txBody>
      </p:sp>
    </p:spTree>
    <p:extLst>
      <p:ext uri="{BB962C8B-B14F-4D97-AF65-F5344CB8AC3E}">
        <p14:creationId xmlns:p14="http://schemas.microsoft.com/office/powerpoint/2010/main" val="1938849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896784-0BD7-9079-C159-34FDF8C89214}"/>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7F8B998B-DE9C-B337-3F4C-9534B7AA59AA}"/>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734879B-B286-4403-B8D8-B5AAA68C2195}"/>
              </a:ext>
            </a:extLst>
          </p:cNvPr>
          <p:cNvSpPr>
            <a:spLocks noGrp="1"/>
          </p:cNvSpPr>
          <p:nvPr>
            <p:ph type="dt" sz="half" idx="10"/>
          </p:nvPr>
        </p:nvSpPr>
        <p:spPr/>
        <p:txBody>
          <a:bodyPr/>
          <a:lstStyle/>
          <a:p>
            <a:fld id="{77118BE8-ADF7-4B1E-B6A0-6A8B6683430D}" type="datetime1">
              <a:rPr lang="fr-FR" smtClean="0"/>
              <a:t>26/01/2026</a:t>
            </a:fld>
            <a:endParaRPr lang="fr-FR"/>
          </a:p>
        </p:txBody>
      </p:sp>
      <p:sp>
        <p:nvSpPr>
          <p:cNvPr id="5" name="Espace réservé du pied de page 4">
            <a:extLst>
              <a:ext uri="{FF2B5EF4-FFF2-40B4-BE49-F238E27FC236}">
                <a16:creationId xmlns:a16="http://schemas.microsoft.com/office/drawing/2014/main" id="{E2739DD9-EA9D-9BC9-EBB2-B7290F35B87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058A5E0-8C99-CDBE-10D4-1FB3E709F8DE}"/>
              </a:ext>
            </a:extLst>
          </p:cNvPr>
          <p:cNvSpPr>
            <a:spLocks noGrp="1"/>
          </p:cNvSpPr>
          <p:nvPr>
            <p:ph type="sldNum" sz="quarter" idx="12"/>
          </p:nvPr>
        </p:nvSpPr>
        <p:spPr/>
        <p:txBody>
          <a:bodyPr/>
          <a:lstStyle/>
          <a:p>
            <a:fld id="{C78954A9-0B93-8447-8914-95EE09401EEE}" type="slidenum">
              <a:rPr lang="fr-FR" smtClean="0"/>
              <a:t>‹N°›</a:t>
            </a:fld>
            <a:endParaRPr lang="fr-FR"/>
          </a:p>
        </p:txBody>
      </p:sp>
    </p:spTree>
    <p:extLst>
      <p:ext uri="{BB962C8B-B14F-4D97-AF65-F5344CB8AC3E}">
        <p14:creationId xmlns:p14="http://schemas.microsoft.com/office/powerpoint/2010/main" val="810986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B8322C15-B2E3-637F-784B-4D099D85020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68A436AE-5948-A200-4162-52F0BEB42C1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1FB4532-5F4A-90C3-D8CC-BF6C8CF7B61E}"/>
              </a:ext>
            </a:extLst>
          </p:cNvPr>
          <p:cNvSpPr>
            <a:spLocks noGrp="1"/>
          </p:cNvSpPr>
          <p:nvPr>
            <p:ph type="dt" sz="half" idx="10"/>
          </p:nvPr>
        </p:nvSpPr>
        <p:spPr/>
        <p:txBody>
          <a:bodyPr/>
          <a:lstStyle/>
          <a:p>
            <a:fld id="{4D79D35E-8AF1-4941-815E-342518EC4296}" type="datetime1">
              <a:rPr lang="fr-FR" smtClean="0"/>
              <a:t>26/01/2026</a:t>
            </a:fld>
            <a:endParaRPr lang="fr-FR"/>
          </a:p>
        </p:txBody>
      </p:sp>
      <p:sp>
        <p:nvSpPr>
          <p:cNvPr id="5" name="Espace réservé du pied de page 4">
            <a:extLst>
              <a:ext uri="{FF2B5EF4-FFF2-40B4-BE49-F238E27FC236}">
                <a16:creationId xmlns:a16="http://schemas.microsoft.com/office/drawing/2014/main" id="{1D7C90EE-3FAD-7706-0F0D-02B1A899E34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567CCC1-F62F-6EFF-13FA-72820AAEF2C2}"/>
              </a:ext>
            </a:extLst>
          </p:cNvPr>
          <p:cNvSpPr>
            <a:spLocks noGrp="1"/>
          </p:cNvSpPr>
          <p:nvPr>
            <p:ph type="sldNum" sz="quarter" idx="12"/>
          </p:nvPr>
        </p:nvSpPr>
        <p:spPr/>
        <p:txBody>
          <a:bodyPr/>
          <a:lstStyle/>
          <a:p>
            <a:fld id="{C78954A9-0B93-8447-8914-95EE09401EEE}" type="slidenum">
              <a:rPr lang="fr-FR" smtClean="0"/>
              <a:t>‹N°›</a:t>
            </a:fld>
            <a:endParaRPr lang="fr-FR"/>
          </a:p>
        </p:txBody>
      </p:sp>
    </p:spTree>
    <p:extLst>
      <p:ext uri="{BB962C8B-B14F-4D97-AF65-F5344CB8AC3E}">
        <p14:creationId xmlns:p14="http://schemas.microsoft.com/office/powerpoint/2010/main" val="2487930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1DB3DCE-B835-CADF-E113-10C1470CCD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364A094-FEF9-C39D-00CC-101E5E25EC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027EDFC-EB63-227F-A1D6-D8A2B40E1F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5238CEF-A7DA-45E1-BB38-0BEF2B60999D}" type="datetime1">
              <a:rPr lang="fr-FR" smtClean="0"/>
              <a:t>26/01/2026</a:t>
            </a:fld>
            <a:endParaRPr lang="fr-FR"/>
          </a:p>
        </p:txBody>
      </p:sp>
      <p:sp>
        <p:nvSpPr>
          <p:cNvPr id="5" name="Espace réservé du pied de page 4">
            <a:extLst>
              <a:ext uri="{FF2B5EF4-FFF2-40B4-BE49-F238E27FC236}">
                <a16:creationId xmlns:a16="http://schemas.microsoft.com/office/drawing/2014/main" id="{777FFC13-F93D-0A41-3A8E-B51DA0B4FF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211951B8-9C15-B9FD-D7B7-B61B6BFC40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8954A9-0B93-8447-8914-95EE09401EEE}" type="slidenum">
              <a:rPr lang="fr-FR" smtClean="0"/>
              <a:t>‹N°›</a:t>
            </a:fld>
            <a:endParaRPr lang="fr-FR"/>
          </a:p>
        </p:txBody>
      </p:sp>
    </p:spTree>
    <p:extLst>
      <p:ext uri="{BB962C8B-B14F-4D97-AF65-F5344CB8AC3E}">
        <p14:creationId xmlns:p14="http://schemas.microsoft.com/office/powerpoint/2010/main" val="28538077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 Id="rId9"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24.gif"/></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microsoft.com/office/2007/relationships/hdphoto" Target="../media/hdphoto2.wdp"/><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4025BE7-42F2-DDC9-4906-F6D418D462B0}"/>
              </a:ext>
            </a:extLst>
          </p:cNvPr>
          <p:cNvSpPr>
            <a:spLocks noGrp="1"/>
          </p:cNvSpPr>
          <p:nvPr>
            <p:ph type="ctrTitle"/>
          </p:nvPr>
        </p:nvSpPr>
        <p:spPr>
          <a:xfrm>
            <a:off x="1285241" y="1008993"/>
            <a:ext cx="9231410" cy="3542045"/>
          </a:xfrm>
        </p:spPr>
        <p:txBody>
          <a:bodyPr anchor="b">
            <a:normAutofit/>
          </a:bodyPr>
          <a:lstStyle/>
          <a:p>
            <a:pPr algn="l"/>
            <a:r>
              <a:rPr lang="fr-FR" sz="8100">
                <a:ln w="22225">
                  <a:solidFill>
                    <a:schemeClr val="tx1"/>
                  </a:solidFill>
                  <a:miter lim="800000"/>
                </a:ln>
              </a:rPr>
              <a:t>Architecture de services Web pour un système de santé</a:t>
            </a:r>
          </a:p>
        </p:txBody>
      </p:sp>
      <p:sp>
        <p:nvSpPr>
          <p:cNvPr id="5" name="Sous-titre 4">
            <a:extLst>
              <a:ext uri="{FF2B5EF4-FFF2-40B4-BE49-F238E27FC236}">
                <a16:creationId xmlns:a16="http://schemas.microsoft.com/office/drawing/2014/main" id="{18293D51-948C-8A08-03CD-9F29C4CC3BA0}"/>
              </a:ext>
            </a:extLst>
          </p:cNvPr>
          <p:cNvSpPr>
            <a:spLocks noGrp="1"/>
          </p:cNvSpPr>
          <p:nvPr>
            <p:ph type="subTitle" idx="1"/>
          </p:nvPr>
        </p:nvSpPr>
        <p:spPr>
          <a:xfrm>
            <a:off x="1285241" y="4582814"/>
            <a:ext cx="7132335" cy="1312657"/>
          </a:xfrm>
        </p:spPr>
        <p:txBody>
          <a:bodyPr anchor="t">
            <a:normAutofit/>
          </a:bodyPr>
          <a:lstStyle/>
          <a:p>
            <a:pPr algn="l"/>
            <a:r>
              <a:rPr lang="fr-FR"/>
              <a:t>Inès Duflos, Marion Fresquet, Mathilde Mezentzeff</a:t>
            </a:r>
          </a:p>
        </p:txBody>
      </p:sp>
    </p:spTree>
    <p:extLst>
      <p:ext uri="{BB962C8B-B14F-4D97-AF65-F5344CB8AC3E}">
        <p14:creationId xmlns:p14="http://schemas.microsoft.com/office/powerpoint/2010/main" val="821022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4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Triangle 10">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A5F59B98-A01E-CC41-BAAC-0AEE8D1BE2CC}"/>
              </a:ext>
            </a:extLst>
          </p:cNvPr>
          <p:cNvSpPr>
            <a:spLocks noGrp="1"/>
          </p:cNvSpPr>
          <p:nvPr>
            <p:ph type="title"/>
          </p:nvPr>
        </p:nvSpPr>
        <p:spPr>
          <a:xfrm>
            <a:off x="1285240" y="1050595"/>
            <a:ext cx="8074815" cy="1618489"/>
          </a:xfrm>
        </p:spPr>
        <p:txBody>
          <a:bodyPr anchor="ctr">
            <a:normAutofit/>
          </a:bodyPr>
          <a:lstStyle/>
          <a:p>
            <a:r>
              <a:rPr lang="fr-FR" sz="7200"/>
              <a:t>Sommaire</a:t>
            </a:r>
          </a:p>
        </p:txBody>
      </p:sp>
      <p:sp>
        <p:nvSpPr>
          <p:cNvPr id="3" name="Espace réservé du contenu 2">
            <a:extLst>
              <a:ext uri="{FF2B5EF4-FFF2-40B4-BE49-F238E27FC236}">
                <a16:creationId xmlns:a16="http://schemas.microsoft.com/office/drawing/2014/main" id="{42B14D21-65BB-1F88-65E7-CFF2D167EAAE}"/>
              </a:ext>
            </a:extLst>
          </p:cNvPr>
          <p:cNvSpPr>
            <a:spLocks noGrp="1"/>
          </p:cNvSpPr>
          <p:nvPr>
            <p:ph idx="1"/>
          </p:nvPr>
        </p:nvSpPr>
        <p:spPr>
          <a:xfrm>
            <a:off x="1285240" y="2969469"/>
            <a:ext cx="8074815" cy="2800395"/>
          </a:xfrm>
        </p:spPr>
        <p:txBody>
          <a:bodyPr anchor="t">
            <a:normAutofit/>
          </a:bodyPr>
          <a:lstStyle/>
          <a:p>
            <a:pPr marL="514350" indent="-514350">
              <a:buAutoNum type="arabicPeriod"/>
            </a:pPr>
            <a:r>
              <a:rPr lang="fr-FR" sz="2400"/>
              <a:t>Présentation de l’architecture </a:t>
            </a:r>
          </a:p>
          <a:p>
            <a:pPr marL="514350" indent="-514350">
              <a:buAutoNum type="arabicPeriod"/>
            </a:pPr>
            <a:r>
              <a:rPr lang="fr-FR" sz="2400"/>
              <a:t>Présentation des 5 services </a:t>
            </a:r>
          </a:p>
          <a:p>
            <a:pPr marL="514350" indent="-514350">
              <a:buAutoNum type="arabicPeriod"/>
            </a:pPr>
            <a:r>
              <a:rPr lang="fr-FR" sz="2400"/>
              <a:t>Structure de la demande</a:t>
            </a:r>
          </a:p>
          <a:p>
            <a:pPr marL="514350" indent="-514350">
              <a:buAutoNum type="arabicPeriod"/>
            </a:pPr>
            <a:r>
              <a:rPr lang="fr-FR" sz="2400"/>
              <a:t>Tracking et Stockage</a:t>
            </a:r>
          </a:p>
          <a:p>
            <a:pPr marL="514350" indent="-514350">
              <a:buAutoNum type="arabicPeriod"/>
            </a:pPr>
            <a:r>
              <a:rPr lang="fr-FR" sz="2400"/>
              <a:t>Déroulement d’une demande</a:t>
            </a:r>
          </a:p>
          <a:p>
            <a:pPr marL="514350" indent="-514350">
              <a:buAutoNum type="arabicPeriod"/>
            </a:pPr>
            <a:r>
              <a:rPr lang="fr-FR" sz="2400"/>
              <a:t>DEMO</a:t>
            </a:r>
          </a:p>
          <a:p>
            <a:pPr marL="514350" indent="-514350">
              <a:buAutoNum type="arabicPeriod"/>
            </a:pPr>
            <a:endParaRPr lang="fr-FR" sz="2400"/>
          </a:p>
          <a:p>
            <a:pPr marL="514350" indent="-514350">
              <a:buAutoNum type="arabicPeriod"/>
            </a:pPr>
            <a:endParaRPr lang="fr-FR" sz="2400"/>
          </a:p>
          <a:p>
            <a:pPr marL="514350" indent="-514350">
              <a:buAutoNum type="arabicPeriod"/>
            </a:pPr>
            <a:endParaRPr lang="fr-FR" sz="2400"/>
          </a:p>
        </p:txBody>
      </p:sp>
      <p:sp>
        <p:nvSpPr>
          <p:cNvPr id="4" name="Espace réservé du numéro de diapositive 3">
            <a:extLst>
              <a:ext uri="{FF2B5EF4-FFF2-40B4-BE49-F238E27FC236}">
                <a16:creationId xmlns:a16="http://schemas.microsoft.com/office/drawing/2014/main" id="{197A40F5-90FB-D551-AAFB-45E8C635EBC8}"/>
              </a:ext>
            </a:extLst>
          </p:cNvPr>
          <p:cNvSpPr>
            <a:spLocks noGrp="1"/>
          </p:cNvSpPr>
          <p:nvPr>
            <p:ph type="sldNum" sz="quarter" idx="12"/>
          </p:nvPr>
        </p:nvSpPr>
        <p:spPr>
          <a:xfrm>
            <a:off x="9683496" y="4892040"/>
            <a:ext cx="1673352" cy="1005840"/>
          </a:xfrm>
        </p:spPr>
        <p:txBody>
          <a:bodyPr>
            <a:normAutofit/>
          </a:bodyPr>
          <a:lstStyle/>
          <a:p>
            <a:pPr>
              <a:lnSpc>
                <a:spcPct val="90000"/>
              </a:lnSpc>
              <a:spcAft>
                <a:spcPts val="600"/>
              </a:spcAft>
            </a:pPr>
            <a:fld id="{C78954A9-0B93-8447-8914-95EE09401EEE}" type="slidenum">
              <a:rPr lang="fr-FR" sz="6600">
                <a:solidFill>
                  <a:srgbClr val="FFFFFF"/>
                </a:solidFill>
              </a:rPr>
              <a:pPr>
                <a:lnSpc>
                  <a:spcPct val="90000"/>
                </a:lnSpc>
                <a:spcAft>
                  <a:spcPts val="600"/>
                </a:spcAft>
              </a:pPr>
              <a:t>2</a:t>
            </a:fld>
            <a:endParaRPr lang="fr-FR" sz="6600">
              <a:solidFill>
                <a:srgbClr val="FFFFFF"/>
              </a:solidFill>
            </a:endParaRPr>
          </a:p>
        </p:txBody>
      </p:sp>
    </p:spTree>
    <p:extLst>
      <p:ext uri="{BB962C8B-B14F-4D97-AF65-F5344CB8AC3E}">
        <p14:creationId xmlns:p14="http://schemas.microsoft.com/office/powerpoint/2010/main" val="2500541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DA82BC-4902-A116-231B-12622CDA2AF9}"/>
              </a:ext>
            </a:extLst>
          </p:cNvPr>
          <p:cNvSpPr>
            <a:spLocks noGrp="1"/>
          </p:cNvSpPr>
          <p:nvPr>
            <p:ph type="title"/>
          </p:nvPr>
        </p:nvSpPr>
        <p:spPr>
          <a:xfrm>
            <a:off x="2367642" y="549533"/>
            <a:ext cx="7456715" cy="1325563"/>
          </a:xfrm>
        </p:spPr>
        <p:txBody>
          <a:bodyPr>
            <a:noAutofit/>
          </a:bodyPr>
          <a:lstStyle/>
          <a:p>
            <a:pPr algn="ctr"/>
            <a:r>
              <a:rPr lang="fr-FR" sz="3600" b="1">
                <a:solidFill>
                  <a:schemeClr val="accent1"/>
                </a:solidFill>
              </a:rPr>
              <a:t>1. Présentation de l’architecture</a:t>
            </a:r>
            <a:endParaRPr lang="fr-FR" sz="3600">
              <a:solidFill>
                <a:schemeClr val="accent1"/>
              </a:solidFill>
            </a:endParaRPr>
          </a:p>
        </p:txBody>
      </p:sp>
      <p:sp>
        <p:nvSpPr>
          <p:cNvPr id="12" name="Espace réservé du numéro de diapositive 11">
            <a:extLst>
              <a:ext uri="{FF2B5EF4-FFF2-40B4-BE49-F238E27FC236}">
                <a16:creationId xmlns:a16="http://schemas.microsoft.com/office/drawing/2014/main" id="{5F4F1007-78A8-3FE3-C233-CC7B22F49A7E}"/>
              </a:ext>
            </a:extLst>
          </p:cNvPr>
          <p:cNvSpPr>
            <a:spLocks noGrp="1"/>
          </p:cNvSpPr>
          <p:nvPr>
            <p:ph type="sldNum" sz="quarter" idx="12"/>
          </p:nvPr>
        </p:nvSpPr>
        <p:spPr/>
        <p:txBody>
          <a:bodyPr/>
          <a:lstStyle/>
          <a:p>
            <a:fld id="{C78954A9-0B93-8447-8914-95EE09401EEE}" type="slidenum">
              <a:rPr lang="fr-FR" smtClean="0"/>
              <a:t>3</a:t>
            </a:fld>
            <a:endParaRPr lang="fr-FR"/>
          </a:p>
        </p:txBody>
      </p:sp>
      <p:pic>
        <p:nvPicPr>
          <p:cNvPr id="8" name="Image 7">
            <a:extLst>
              <a:ext uri="{FF2B5EF4-FFF2-40B4-BE49-F238E27FC236}">
                <a16:creationId xmlns:a16="http://schemas.microsoft.com/office/drawing/2014/main" id="{91A60302-A072-2859-147A-1D2557226314}"/>
              </a:ext>
            </a:extLst>
          </p:cNvPr>
          <p:cNvPicPr>
            <a:picLocks noChangeAspect="1"/>
          </p:cNvPicPr>
          <p:nvPr/>
        </p:nvPicPr>
        <p:blipFill>
          <a:blip r:embed="rId3"/>
          <a:srcRect l="5868" t="21638" r="5553" b="21530"/>
          <a:stretch>
            <a:fillRect/>
          </a:stretch>
        </p:blipFill>
        <p:spPr>
          <a:xfrm>
            <a:off x="3532417" y="2204538"/>
            <a:ext cx="8659583" cy="4151812"/>
          </a:xfrm>
          <a:prstGeom prst="rect">
            <a:avLst/>
          </a:prstGeom>
        </p:spPr>
      </p:pic>
      <p:grpSp>
        <p:nvGrpSpPr>
          <p:cNvPr id="7" name="Groupe 6">
            <a:extLst>
              <a:ext uri="{FF2B5EF4-FFF2-40B4-BE49-F238E27FC236}">
                <a16:creationId xmlns:a16="http://schemas.microsoft.com/office/drawing/2014/main" id="{E58095E9-0396-2769-D774-6A437F11A03F}"/>
              </a:ext>
            </a:extLst>
          </p:cNvPr>
          <p:cNvGrpSpPr/>
          <p:nvPr/>
        </p:nvGrpSpPr>
        <p:grpSpPr>
          <a:xfrm>
            <a:off x="0" y="1875096"/>
            <a:ext cx="4057879" cy="4653720"/>
            <a:chOff x="354320" y="2340428"/>
            <a:chExt cx="3510110" cy="2960914"/>
          </a:xfrm>
        </p:grpSpPr>
        <p:sp>
          <p:nvSpPr>
            <p:cNvPr id="3" name="Parchemin : vertical 2">
              <a:extLst>
                <a:ext uri="{FF2B5EF4-FFF2-40B4-BE49-F238E27FC236}">
                  <a16:creationId xmlns:a16="http://schemas.microsoft.com/office/drawing/2014/main" id="{455EC048-7115-126A-4A07-AC21C95B656C}"/>
                </a:ext>
              </a:extLst>
            </p:cNvPr>
            <p:cNvSpPr/>
            <p:nvPr/>
          </p:nvSpPr>
          <p:spPr>
            <a:xfrm>
              <a:off x="354320" y="2340428"/>
              <a:ext cx="3510110" cy="2960914"/>
            </a:xfrm>
            <a:prstGeom prst="verticalScroll">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solidFill>
                  <a:schemeClr val="accent1"/>
                </a:solidFill>
              </a:endParaRPr>
            </a:p>
            <a:p>
              <a:r>
                <a:rPr lang="en-US" sz="1600">
                  <a:solidFill>
                    <a:schemeClr val="accent1"/>
                  </a:solidFill>
                </a:rPr>
                <a:t>  "</a:t>
              </a:r>
              <a:r>
                <a:rPr lang="en-US" sz="1600" err="1">
                  <a:solidFill>
                    <a:schemeClr val="accent1"/>
                  </a:solidFill>
                </a:rPr>
                <a:t>patientName</a:t>
              </a:r>
              <a:r>
                <a:rPr lang="en-US" sz="1600">
                  <a:solidFill>
                    <a:schemeClr val="accent1"/>
                  </a:solidFill>
                </a:rPr>
                <a:t>": "Ines Benali",</a:t>
              </a:r>
            </a:p>
            <a:p>
              <a:r>
                <a:rPr lang="en-US" sz="1600">
                  <a:solidFill>
                    <a:schemeClr val="accent1"/>
                  </a:solidFill>
                </a:rPr>
                <a:t>  "</a:t>
              </a:r>
              <a:r>
                <a:rPr lang="en-US" sz="1600" err="1">
                  <a:solidFill>
                    <a:schemeClr val="accent1"/>
                  </a:solidFill>
                </a:rPr>
                <a:t>nationalId</a:t>
              </a:r>
              <a:r>
                <a:rPr lang="en-US" sz="1600">
                  <a:solidFill>
                    <a:schemeClr val="accent1"/>
                  </a:solidFill>
                </a:rPr>
                <a:t>": "OK12345",</a:t>
              </a:r>
            </a:p>
            <a:p>
              <a:r>
                <a:rPr lang="en-US" sz="1600">
                  <a:solidFill>
                    <a:schemeClr val="accent1"/>
                  </a:solidFill>
                </a:rPr>
                <a:t>  "</a:t>
              </a:r>
              <a:r>
                <a:rPr lang="en-US" sz="1600" err="1">
                  <a:solidFill>
                    <a:schemeClr val="accent1"/>
                  </a:solidFill>
                </a:rPr>
                <a:t>insuranceId</a:t>
              </a:r>
              <a:r>
                <a:rPr lang="en-US" sz="1600">
                  <a:solidFill>
                    <a:schemeClr val="accent1"/>
                  </a:solidFill>
                </a:rPr>
                <a:t>": "INS-001",</a:t>
              </a:r>
            </a:p>
            <a:p>
              <a:r>
                <a:rPr lang="en-US" sz="1600">
                  <a:solidFill>
                    <a:schemeClr val="accent1"/>
                  </a:solidFill>
                </a:rPr>
                <a:t>  "</a:t>
              </a:r>
              <a:r>
                <a:rPr lang="en-US" sz="1600" err="1">
                  <a:solidFill>
                    <a:schemeClr val="accent1"/>
                  </a:solidFill>
                </a:rPr>
                <a:t>medicalAct</a:t>
              </a:r>
              <a:r>
                <a:rPr lang="en-US" sz="1600">
                  <a:solidFill>
                    <a:schemeClr val="accent1"/>
                  </a:solidFill>
                </a:rPr>
                <a:t>": "MRI_SCAN",</a:t>
              </a:r>
            </a:p>
            <a:p>
              <a:r>
                <a:rPr lang="en-US" sz="1600">
                  <a:solidFill>
                    <a:schemeClr val="accent1"/>
                  </a:solidFill>
                </a:rPr>
                <a:t>  "</a:t>
              </a:r>
              <a:r>
                <a:rPr lang="en-US" sz="1600" err="1">
                  <a:solidFill>
                    <a:schemeClr val="accent1"/>
                  </a:solidFill>
                </a:rPr>
                <a:t>estimatedCost</a:t>
              </a:r>
              <a:r>
                <a:rPr lang="en-US" sz="1600">
                  <a:solidFill>
                    <a:schemeClr val="accent1"/>
                  </a:solidFill>
                </a:rPr>
                <a:t>": 450,</a:t>
              </a:r>
            </a:p>
            <a:p>
              <a:r>
                <a:rPr lang="en-US" sz="1600">
                  <a:solidFill>
                    <a:schemeClr val="accent1"/>
                  </a:solidFill>
                </a:rPr>
                <a:t>  "justification": "Medical report attached"</a:t>
              </a:r>
            </a:p>
            <a:p>
              <a:pPr algn="ctr"/>
              <a:endParaRPr lang="en-US" sz="1200">
                <a:solidFill>
                  <a:schemeClr val="accent1"/>
                </a:solidFill>
              </a:endParaRPr>
            </a:p>
          </p:txBody>
        </p:sp>
        <p:sp>
          <p:nvSpPr>
            <p:cNvPr id="4" name="ZoneTexte 3">
              <a:extLst>
                <a:ext uri="{FF2B5EF4-FFF2-40B4-BE49-F238E27FC236}">
                  <a16:creationId xmlns:a16="http://schemas.microsoft.com/office/drawing/2014/main" id="{B94C6070-6D53-631F-B13E-3E43774304F1}"/>
                </a:ext>
              </a:extLst>
            </p:cNvPr>
            <p:cNvSpPr txBox="1"/>
            <p:nvPr/>
          </p:nvSpPr>
          <p:spPr>
            <a:xfrm>
              <a:off x="1137559" y="2735326"/>
              <a:ext cx="1257299" cy="276999"/>
            </a:xfrm>
            <a:prstGeom prst="rect">
              <a:avLst/>
            </a:prstGeom>
            <a:noFill/>
          </p:spPr>
          <p:txBody>
            <a:bodyPr wrap="square" rtlCol="0">
              <a:spAutoFit/>
            </a:bodyPr>
            <a:lstStyle/>
            <a:p>
              <a:r>
                <a:rPr lang="en-US" sz="1200">
                  <a:solidFill>
                    <a:schemeClr val="accent1"/>
                  </a:solidFill>
                </a:rPr>
                <a:t>BODY json</a:t>
              </a:r>
            </a:p>
          </p:txBody>
        </p:sp>
      </p:grpSp>
    </p:spTree>
    <p:extLst>
      <p:ext uri="{BB962C8B-B14F-4D97-AF65-F5344CB8AC3E}">
        <p14:creationId xmlns:p14="http://schemas.microsoft.com/office/powerpoint/2010/main" val="84381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2895F-135B-D234-0DDF-149423B59002}"/>
            </a:ext>
          </a:extLst>
        </p:cNvPr>
        <p:cNvGrpSpPr/>
        <p:nvPr/>
      </p:nvGrpSpPr>
      <p:grpSpPr>
        <a:xfrm>
          <a:off x="0" y="0"/>
          <a:ext cx="0" cy="0"/>
          <a:chOff x="0" y="0"/>
          <a:chExt cx="0" cy="0"/>
        </a:xfrm>
      </p:grpSpPr>
      <p:pic>
        <p:nvPicPr>
          <p:cNvPr id="6" name="Picture 2" descr="Un Chimpanzé Assis Avec Un Fond Transparent PNG , Un Chimpanzé Assis Avec  Un Fond Transparent PNG , Un Chimpanzé Assis, Chimpanzé Image PNG pour le  téléchargement libre">
            <a:extLst>
              <a:ext uri="{FF2B5EF4-FFF2-40B4-BE49-F238E27FC236}">
                <a16:creationId xmlns:a16="http://schemas.microsoft.com/office/drawing/2014/main" id="{B65383A9-CE09-3C52-2ADD-263C53241A5D}"/>
              </a:ext>
            </a:extLst>
          </p:cNvPr>
          <p:cNvPicPr>
            <a:picLocks noChangeAspect="1" noChangeArrowheads="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backgroundRemoval t="9778" b="95556" l="9778" r="89778">
                        <a14:foregroundMark x1="28000" y1="55556" x2="12444" y2="76000"/>
                        <a14:foregroundMark x1="12444" y1="76000" x2="10222" y2="83111"/>
                        <a14:foregroundMark x1="10222" y1="83111" x2="21333" y2="95556"/>
                      </a14:backgroundRemoval>
                    </a14:imgEffect>
                  </a14:imgLayer>
                </a14:imgProps>
              </a:ext>
              <a:ext uri="{28A0092B-C50C-407E-A947-70E740481C1C}">
                <a14:useLocalDpi xmlns:a14="http://schemas.microsoft.com/office/drawing/2010/main" val="0"/>
              </a:ext>
            </a:extLst>
          </a:blip>
          <a:srcRect/>
          <a:stretch>
            <a:fillRect/>
          </a:stretch>
        </p:blipFill>
        <p:spPr bwMode="auto">
          <a:xfrm>
            <a:off x="5854790" y="3032095"/>
            <a:ext cx="693027" cy="776808"/>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a:extLst>
              <a:ext uri="{FF2B5EF4-FFF2-40B4-BE49-F238E27FC236}">
                <a16:creationId xmlns:a16="http://schemas.microsoft.com/office/drawing/2014/main" id="{391C8DC1-8F54-EFE6-D35F-D9F8F380A232}"/>
              </a:ext>
            </a:extLst>
          </p:cNvPr>
          <p:cNvPicPr>
            <a:picLocks noChangeAspect="1"/>
          </p:cNvPicPr>
          <p:nvPr/>
        </p:nvPicPr>
        <p:blipFill>
          <a:blip r:embed="rId5"/>
          <a:srcRect l="10825" t="21865" r="16403" b="18745"/>
          <a:stretch>
            <a:fillRect/>
          </a:stretch>
        </p:blipFill>
        <p:spPr>
          <a:xfrm>
            <a:off x="5495359" y="2203088"/>
            <a:ext cx="5902995" cy="3211629"/>
          </a:xfrm>
          <a:prstGeom prst="rect">
            <a:avLst/>
          </a:prstGeom>
        </p:spPr>
      </p:pic>
      <p:sp>
        <p:nvSpPr>
          <p:cNvPr id="5" name="Espace réservé du numéro de diapositive 4">
            <a:extLst>
              <a:ext uri="{FF2B5EF4-FFF2-40B4-BE49-F238E27FC236}">
                <a16:creationId xmlns:a16="http://schemas.microsoft.com/office/drawing/2014/main" id="{B00DEE13-EBA2-E254-E26D-07B2ADF241DC}"/>
              </a:ext>
            </a:extLst>
          </p:cNvPr>
          <p:cNvSpPr>
            <a:spLocks noGrp="1"/>
          </p:cNvSpPr>
          <p:nvPr>
            <p:ph type="sldNum" sz="quarter" idx="12"/>
          </p:nvPr>
        </p:nvSpPr>
        <p:spPr/>
        <p:txBody>
          <a:bodyPr/>
          <a:lstStyle/>
          <a:p>
            <a:fld id="{C78954A9-0B93-8447-8914-95EE09401EEE}" type="slidenum">
              <a:rPr lang="fr-FR" smtClean="0"/>
              <a:t>4</a:t>
            </a:fld>
            <a:endParaRPr lang="fr-FR"/>
          </a:p>
        </p:txBody>
      </p:sp>
      <p:sp>
        <p:nvSpPr>
          <p:cNvPr id="9" name="Titre 1">
            <a:extLst>
              <a:ext uri="{FF2B5EF4-FFF2-40B4-BE49-F238E27FC236}">
                <a16:creationId xmlns:a16="http://schemas.microsoft.com/office/drawing/2014/main" id="{847887A4-93C8-5BC8-3E32-F377C61331AA}"/>
              </a:ext>
            </a:extLst>
          </p:cNvPr>
          <p:cNvSpPr txBox="1">
            <a:spLocks/>
          </p:cNvSpPr>
          <p:nvPr/>
        </p:nvSpPr>
        <p:spPr>
          <a:xfrm>
            <a:off x="419890" y="1241004"/>
            <a:ext cx="7456715" cy="9152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2800">
                <a:solidFill>
                  <a:schemeClr val="accent1"/>
                </a:solidFill>
              </a:rPr>
              <a:t>RAPPEL des contraintes techniques imposées</a:t>
            </a:r>
          </a:p>
        </p:txBody>
      </p:sp>
      <p:sp>
        <p:nvSpPr>
          <p:cNvPr id="11" name="ZoneTexte 10">
            <a:extLst>
              <a:ext uri="{FF2B5EF4-FFF2-40B4-BE49-F238E27FC236}">
                <a16:creationId xmlns:a16="http://schemas.microsoft.com/office/drawing/2014/main" id="{D2B4B636-3B72-EF41-8C04-27D18D61DEF1}"/>
              </a:ext>
            </a:extLst>
          </p:cNvPr>
          <p:cNvSpPr txBox="1"/>
          <p:nvPr/>
        </p:nvSpPr>
        <p:spPr>
          <a:xfrm>
            <a:off x="826290" y="2202360"/>
            <a:ext cx="4940788" cy="1938992"/>
          </a:xfrm>
          <a:prstGeom prst="rect">
            <a:avLst/>
          </a:prstGeom>
          <a:noFill/>
        </p:spPr>
        <p:txBody>
          <a:bodyPr wrap="square" rtlCol="0">
            <a:spAutoFit/>
          </a:bodyPr>
          <a:lstStyle/>
          <a:p>
            <a:r>
              <a:rPr lang="fr-FR" sz="2000">
                <a:solidFill>
                  <a:schemeClr val="accent1"/>
                </a:solidFill>
              </a:rPr>
              <a:t>Un service central qui pilote le scénario complet en appelant successivement des partenaires externes avec : </a:t>
            </a:r>
          </a:p>
          <a:p>
            <a:endParaRPr lang="fr-FR" sz="2000">
              <a:solidFill>
                <a:schemeClr val="accent1"/>
              </a:solidFill>
            </a:endParaRPr>
          </a:p>
          <a:p>
            <a:pPr marL="342900" indent="-342900">
              <a:buFont typeface="Arial" panose="020B0604020202020204" pitchFamily="34" charset="0"/>
              <a:buChar char="•"/>
            </a:pPr>
            <a:r>
              <a:rPr lang="fr-FR" sz="2000">
                <a:solidFill>
                  <a:schemeClr val="accent1"/>
                </a:solidFill>
              </a:rPr>
              <a:t>Conservation statut</a:t>
            </a:r>
          </a:p>
          <a:p>
            <a:pPr marL="342900" indent="-342900">
              <a:buFont typeface="Arial" panose="020B0604020202020204" pitchFamily="34" charset="0"/>
              <a:buChar char="•"/>
            </a:pPr>
            <a:r>
              <a:rPr lang="fr-FR" sz="2000">
                <a:solidFill>
                  <a:schemeClr val="accent1"/>
                </a:solidFill>
              </a:rPr>
              <a:t>Conservation historique </a:t>
            </a:r>
          </a:p>
        </p:txBody>
      </p:sp>
      <p:sp>
        <p:nvSpPr>
          <p:cNvPr id="12" name="ZoneTexte 11">
            <a:extLst>
              <a:ext uri="{FF2B5EF4-FFF2-40B4-BE49-F238E27FC236}">
                <a16:creationId xmlns:a16="http://schemas.microsoft.com/office/drawing/2014/main" id="{09E145DD-129D-9C52-ED1A-3B285351AB9B}"/>
              </a:ext>
            </a:extLst>
          </p:cNvPr>
          <p:cNvSpPr txBox="1"/>
          <p:nvPr/>
        </p:nvSpPr>
        <p:spPr>
          <a:xfrm>
            <a:off x="1153836" y="5025339"/>
            <a:ext cx="3733299" cy="400110"/>
          </a:xfrm>
          <a:prstGeom prst="rect">
            <a:avLst/>
          </a:prstGeom>
          <a:noFill/>
        </p:spPr>
        <p:txBody>
          <a:bodyPr wrap="square" rtlCol="0">
            <a:spAutoFit/>
          </a:bodyPr>
          <a:lstStyle/>
          <a:p>
            <a:pPr algn="ctr"/>
            <a:r>
              <a:rPr lang="fr-FR" sz="2000" b="1">
                <a:solidFill>
                  <a:srgbClr val="FF0000"/>
                </a:solidFill>
              </a:rPr>
              <a:t>Application monolithique </a:t>
            </a:r>
            <a:endParaRPr lang="fr-FR" sz="2000">
              <a:solidFill>
                <a:srgbClr val="FF0000"/>
              </a:solidFill>
            </a:endParaRPr>
          </a:p>
        </p:txBody>
      </p:sp>
      <p:pic>
        <p:nvPicPr>
          <p:cNvPr id="14" name="Graphique 13" descr="Badge croix avec un remplissage uni">
            <a:extLst>
              <a:ext uri="{FF2B5EF4-FFF2-40B4-BE49-F238E27FC236}">
                <a16:creationId xmlns:a16="http://schemas.microsoft.com/office/drawing/2014/main" id="{5B716C1F-9C89-D95E-3CE6-78BF11D72C7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45612" y="4676857"/>
            <a:ext cx="914400" cy="914400"/>
          </a:xfrm>
          <a:prstGeom prst="rect">
            <a:avLst/>
          </a:prstGeom>
        </p:spPr>
      </p:pic>
      <p:pic>
        <p:nvPicPr>
          <p:cNvPr id="16" name="Graphique 15" descr="Badge Tick1 avec un remplissage uni">
            <a:extLst>
              <a:ext uri="{FF2B5EF4-FFF2-40B4-BE49-F238E27FC236}">
                <a16:creationId xmlns:a16="http://schemas.microsoft.com/office/drawing/2014/main" id="{D81D737D-3016-3DD7-41E0-93783E7BB91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45612" y="5637350"/>
            <a:ext cx="914400" cy="914400"/>
          </a:xfrm>
          <a:prstGeom prst="rect">
            <a:avLst/>
          </a:prstGeom>
        </p:spPr>
      </p:pic>
      <p:sp>
        <p:nvSpPr>
          <p:cNvPr id="17" name="ZoneTexte 16">
            <a:extLst>
              <a:ext uri="{FF2B5EF4-FFF2-40B4-BE49-F238E27FC236}">
                <a16:creationId xmlns:a16="http://schemas.microsoft.com/office/drawing/2014/main" id="{D3212742-6911-3D02-EDA0-74F1EC91D8F8}"/>
              </a:ext>
            </a:extLst>
          </p:cNvPr>
          <p:cNvSpPr txBox="1"/>
          <p:nvPr/>
        </p:nvSpPr>
        <p:spPr>
          <a:xfrm>
            <a:off x="1153836" y="5891008"/>
            <a:ext cx="4700954" cy="400110"/>
          </a:xfrm>
          <a:prstGeom prst="rect">
            <a:avLst/>
          </a:prstGeom>
          <a:noFill/>
        </p:spPr>
        <p:txBody>
          <a:bodyPr wrap="square" rtlCol="0">
            <a:spAutoFit/>
          </a:bodyPr>
          <a:lstStyle/>
          <a:p>
            <a:pPr algn="ctr"/>
            <a:r>
              <a:rPr lang="fr-FR" sz="2000" b="1">
                <a:solidFill>
                  <a:schemeClr val="accent6"/>
                </a:solidFill>
              </a:rPr>
              <a:t>Séparation en plusieurs modules</a:t>
            </a:r>
            <a:endParaRPr lang="fr-FR" sz="2000">
              <a:solidFill>
                <a:schemeClr val="accent6"/>
              </a:solidFill>
            </a:endParaRPr>
          </a:p>
        </p:txBody>
      </p:sp>
      <p:sp>
        <p:nvSpPr>
          <p:cNvPr id="18" name="ZoneTexte 17">
            <a:extLst>
              <a:ext uri="{FF2B5EF4-FFF2-40B4-BE49-F238E27FC236}">
                <a16:creationId xmlns:a16="http://schemas.microsoft.com/office/drawing/2014/main" id="{4EBDA3B5-99A8-952B-9711-A32313A3E4A9}"/>
              </a:ext>
            </a:extLst>
          </p:cNvPr>
          <p:cNvSpPr txBox="1"/>
          <p:nvPr/>
        </p:nvSpPr>
        <p:spPr>
          <a:xfrm>
            <a:off x="4772648" y="5937101"/>
            <a:ext cx="4700954" cy="400110"/>
          </a:xfrm>
          <a:prstGeom prst="rect">
            <a:avLst/>
          </a:prstGeom>
          <a:noFill/>
        </p:spPr>
        <p:txBody>
          <a:bodyPr wrap="square" rtlCol="0">
            <a:spAutoFit/>
          </a:bodyPr>
          <a:lstStyle/>
          <a:p>
            <a:pPr algn="ctr"/>
            <a:r>
              <a:rPr lang="fr-FR" sz="2000" b="1">
                <a:solidFill>
                  <a:schemeClr val="accent1"/>
                </a:solidFill>
                <a:sym typeface="Wingdings" pitchFamily="2" charset="2"/>
              </a:rPr>
              <a:t> Situation réelle hôpital </a:t>
            </a:r>
            <a:endParaRPr lang="fr-FR" sz="2000">
              <a:solidFill>
                <a:schemeClr val="accent1"/>
              </a:solidFill>
            </a:endParaRPr>
          </a:p>
        </p:txBody>
      </p:sp>
      <p:sp>
        <p:nvSpPr>
          <p:cNvPr id="13" name="Titre 1">
            <a:extLst>
              <a:ext uri="{FF2B5EF4-FFF2-40B4-BE49-F238E27FC236}">
                <a16:creationId xmlns:a16="http://schemas.microsoft.com/office/drawing/2014/main" id="{A4E89028-7D40-5897-E725-DC0286F3D9B4}"/>
              </a:ext>
            </a:extLst>
          </p:cNvPr>
          <p:cNvSpPr>
            <a:spLocks noGrp="1"/>
          </p:cNvSpPr>
          <p:nvPr>
            <p:ph type="title"/>
          </p:nvPr>
        </p:nvSpPr>
        <p:spPr>
          <a:xfrm>
            <a:off x="2367642" y="354413"/>
            <a:ext cx="7456715" cy="1325563"/>
          </a:xfrm>
        </p:spPr>
        <p:txBody>
          <a:bodyPr>
            <a:noAutofit/>
          </a:bodyPr>
          <a:lstStyle/>
          <a:p>
            <a:pPr algn="ctr"/>
            <a:r>
              <a:rPr lang="fr-FR" sz="3600" b="1">
                <a:solidFill>
                  <a:schemeClr val="accent1"/>
                </a:solidFill>
              </a:rPr>
              <a:t>1. Présentation de l’architecture</a:t>
            </a:r>
            <a:endParaRPr lang="fr-FR" sz="3600">
              <a:solidFill>
                <a:schemeClr val="accent1"/>
              </a:solidFill>
            </a:endParaRPr>
          </a:p>
        </p:txBody>
      </p:sp>
    </p:spTree>
    <p:extLst>
      <p:ext uri="{BB962C8B-B14F-4D97-AF65-F5344CB8AC3E}">
        <p14:creationId xmlns:p14="http://schemas.microsoft.com/office/powerpoint/2010/main" val="2439485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9E6AE-0E13-0AF3-AF29-F0D43DAADCF7}"/>
            </a:ext>
          </a:extLst>
        </p:cNvPr>
        <p:cNvGrpSpPr/>
        <p:nvPr/>
      </p:nvGrpSpPr>
      <p:grpSpPr>
        <a:xfrm>
          <a:off x="0" y="0"/>
          <a:ext cx="0" cy="0"/>
          <a:chOff x="0" y="0"/>
          <a:chExt cx="0" cy="0"/>
        </a:xfrm>
      </p:grpSpPr>
      <p:grpSp>
        <p:nvGrpSpPr>
          <p:cNvPr id="10" name="Groupe 9">
            <a:extLst>
              <a:ext uri="{FF2B5EF4-FFF2-40B4-BE49-F238E27FC236}">
                <a16:creationId xmlns:a16="http://schemas.microsoft.com/office/drawing/2014/main" id="{E49A06DF-9FCA-B865-FC79-20F296D9146C}"/>
              </a:ext>
            </a:extLst>
          </p:cNvPr>
          <p:cNvGrpSpPr/>
          <p:nvPr/>
        </p:nvGrpSpPr>
        <p:grpSpPr>
          <a:xfrm>
            <a:off x="1828800" y="1124501"/>
            <a:ext cx="7995558" cy="5010150"/>
            <a:chOff x="3399093" y="1946535"/>
            <a:chExt cx="5794812" cy="4298854"/>
          </a:xfrm>
        </p:grpSpPr>
        <p:pic>
          <p:nvPicPr>
            <p:cNvPr id="5" name="Image 4">
              <a:extLst>
                <a:ext uri="{FF2B5EF4-FFF2-40B4-BE49-F238E27FC236}">
                  <a16:creationId xmlns:a16="http://schemas.microsoft.com/office/drawing/2014/main" id="{41B90571-FEED-A98C-109E-1D39CA46BD16}"/>
                </a:ext>
              </a:extLst>
            </p:cNvPr>
            <p:cNvPicPr>
              <a:picLocks noChangeAspect="1"/>
            </p:cNvPicPr>
            <p:nvPr/>
          </p:nvPicPr>
          <p:blipFill>
            <a:blip r:embed="rId3"/>
            <a:srcRect l="15301" t="12261" r="10142" b="14517"/>
            <a:stretch>
              <a:fillRect/>
            </a:stretch>
          </p:blipFill>
          <p:spPr>
            <a:xfrm>
              <a:off x="3399093" y="1946535"/>
              <a:ext cx="5794812" cy="3794079"/>
            </a:xfrm>
            <a:prstGeom prst="rect">
              <a:avLst/>
            </a:prstGeom>
          </p:spPr>
        </p:pic>
        <p:pic>
          <p:nvPicPr>
            <p:cNvPr id="9" name="Image 8" descr="Une image contenant blanc, conception&#10;&#10;Le contenu généré par l’IA peut être incorrect.">
              <a:extLst>
                <a:ext uri="{FF2B5EF4-FFF2-40B4-BE49-F238E27FC236}">
                  <a16:creationId xmlns:a16="http://schemas.microsoft.com/office/drawing/2014/main" id="{CAFBFBD8-DA73-FDE2-B6B7-30CEB940C303}"/>
                </a:ext>
              </a:extLst>
            </p:cNvPr>
            <p:cNvPicPr>
              <a:picLocks noChangeAspect="1"/>
            </p:cNvPicPr>
            <p:nvPr/>
          </p:nvPicPr>
          <p:blipFill>
            <a:blip r:embed="rId4"/>
            <a:stretch>
              <a:fillRect/>
            </a:stretch>
          </p:blipFill>
          <p:spPr>
            <a:xfrm>
              <a:off x="4824534" y="4251325"/>
              <a:ext cx="2561004" cy="1994064"/>
            </a:xfrm>
            <a:prstGeom prst="rect">
              <a:avLst/>
            </a:prstGeom>
          </p:spPr>
        </p:pic>
      </p:grpSp>
      <p:sp>
        <p:nvSpPr>
          <p:cNvPr id="8" name="Espace réservé du numéro de diapositive 7">
            <a:extLst>
              <a:ext uri="{FF2B5EF4-FFF2-40B4-BE49-F238E27FC236}">
                <a16:creationId xmlns:a16="http://schemas.microsoft.com/office/drawing/2014/main" id="{4EB38E3C-75A6-E891-78B3-271201C0E180}"/>
              </a:ext>
            </a:extLst>
          </p:cNvPr>
          <p:cNvSpPr>
            <a:spLocks noGrp="1"/>
          </p:cNvSpPr>
          <p:nvPr>
            <p:ph type="sldNum" sz="quarter" idx="12"/>
          </p:nvPr>
        </p:nvSpPr>
        <p:spPr/>
        <p:txBody>
          <a:bodyPr/>
          <a:lstStyle/>
          <a:p>
            <a:fld id="{C78954A9-0B93-8447-8914-95EE09401EEE}" type="slidenum">
              <a:rPr lang="fr-FR" smtClean="0"/>
              <a:t>5</a:t>
            </a:fld>
            <a:endParaRPr lang="fr-FR"/>
          </a:p>
        </p:txBody>
      </p:sp>
      <p:sp>
        <p:nvSpPr>
          <p:cNvPr id="12" name="Titre 1">
            <a:extLst>
              <a:ext uri="{FF2B5EF4-FFF2-40B4-BE49-F238E27FC236}">
                <a16:creationId xmlns:a16="http://schemas.microsoft.com/office/drawing/2014/main" id="{AC2305C1-0F03-D5ED-99B4-9273046CB2C6}"/>
              </a:ext>
            </a:extLst>
          </p:cNvPr>
          <p:cNvSpPr>
            <a:spLocks noGrp="1"/>
          </p:cNvSpPr>
          <p:nvPr>
            <p:ph type="title"/>
          </p:nvPr>
        </p:nvSpPr>
        <p:spPr>
          <a:xfrm>
            <a:off x="2367642" y="136525"/>
            <a:ext cx="7456715" cy="1325563"/>
          </a:xfrm>
        </p:spPr>
        <p:txBody>
          <a:bodyPr>
            <a:noAutofit/>
          </a:bodyPr>
          <a:lstStyle/>
          <a:p>
            <a:pPr algn="ctr"/>
            <a:r>
              <a:rPr lang="fr-FR" sz="3600" b="1">
                <a:solidFill>
                  <a:schemeClr val="accent1"/>
                </a:solidFill>
              </a:rPr>
              <a:t>2. Présentation des 5 services</a:t>
            </a:r>
            <a:endParaRPr lang="fr-FR" sz="3600">
              <a:solidFill>
                <a:schemeClr val="accent1"/>
              </a:solidFill>
            </a:endParaRPr>
          </a:p>
        </p:txBody>
      </p:sp>
      <p:sp>
        <p:nvSpPr>
          <p:cNvPr id="13" name="ZoneTexte 12">
            <a:extLst>
              <a:ext uri="{FF2B5EF4-FFF2-40B4-BE49-F238E27FC236}">
                <a16:creationId xmlns:a16="http://schemas.microsoft.com/office/drawing/2014/main" id="{4F11D17A-3574-473F-53E5-D00D0C5359AF}"/>
              </a:ext>
            </a:extLst>
          </p:cNvPr>
          <p:cNvSpPr txBox="1"/>
          <p:nvPr/>
        </p:nvSpPr>
        <p:spPr>
          <a:xfrm>
            <a:off x="17865" y="1974647"/>
            <a:ext cx="3320639" cy="1323439"/>
          </a:xfrm>
          <a:prstGeom prst="rect">
            <a:avLst/>
          </a:prstGeom>
          <a:noFill/>
        </p:spPr>
        <p:txBody>
          <a:bodyPr wrap="square" rtlCol="0">
            <a:spAutoFit/>
          </a:bodyPr>
          <a:lstStyle/>
          <a:p>
            <a:pPr algn="ctr"/>
            <a:r>
              <a:rPr lang="fr-FR" sz="2000" b="1">
                <a:solidFill>
                  <a:schemeClr val="accent1"/>
                </a:solidFill>
                <a:sym typeface="Wingdings" panose="05000000000000000000" pitchFamily="2" charset="2"/>
              </a:rPr>
              <a:t>SOAP</a:t>
            </a:r>
            <a:r>
              <a:rPr lang="fr-FR" sz="2000">
                <a:solidFill>
                  <a:schemeClr val="accent1"/>
                </a:solidFill>
                <a:sym typeface="Wingdings" panose="05000000000000000000" pitchFamily="2" charset="2"/>
              </a:rPr>
              <a:t> </a:t>
            </a:r>
          </a:p>
          <a:p>
            <a:pPr marL="342900" indent="-342900" algn="ctr">
              <a:buFont typeface="Arial" panose="020B0604020202020204" pitchFamily="34" charset="0"/>
              <a:buChar char="•"/>
            </a:pPr>
            <a:r>
              <a:rPr lang="fr-FR" sz="2000">
                <a:solidFill>
                  <a:schemeClr val="accent1"/>
                </a:solidFill>
                <a:sym typeface="Wingdings" panose="05000000000000000000" pitchFamily="2" charset="2"/>
              </a:rPr>
              <a:t>Strict </a:t>
            </a:r>
            <a:r>
              <a:rPr lang="fr-FR" sz="2000" err="1">
                <a:solidFill>
                  <a:schemeClr val="accent1"/>
                </a:solidFill>
                <a:sym typeface="Wingdings" panose="05000000000000000000" pitchFamily="2" charset="2"/>
              </a:rPr>
              <a:t>contract</a:t>
            </a:r>
            <a:endParaRPr lang="fr-FR" sz="2000">
              <a:solidFill>
                <a:schemeClr val="accent1"/>
              </a:solidFill>
              <a:sym typeface="Wingdings" panose="05000000000000000000" pitchFamily="2" charset="2"/>
            </a:endParaRPr>
          </a:p>
          <a:p>
            <a:pPr marL="342900" indent="-342900" algn="ctr">
              <a:buFont typeface="Arial" panose="020B0604020202020204" pitchFamily="34" charset="0"/>
              <a:buChar char="•"/>
            </a:pPr>
            <a:r>
              <a:rPr lang="fr-FR" sz="2000" err="1">
                <a:solidFill>
                  <a:schemeClr val="accent1"/>
                </a:solidFill>
                <a:sym typeface="Wingdings" panose="05000000000000000000" pitchFamily="2" charset="2"/>
              </a:rPr>
              <a:t>Highly</a:t>
            </a:r>
            <a:r>
              <a:rPr lang="fr-FR" sz="2000">
                <a:solidFill>
                  <a:schemeClr val="accent1"/>
                </a:solidFill>
                <a:sym typeface="Wingdings" panose="05000000000000000000" pitchFamily="2" charset="2"/>
              </a:rPr>
              <a:t> Secure</a:t>
            </a:r>
          </a:p>
          <a:p>
            <a:pPr marL="342900" indent="-342900" algn="ctr">
              <a:buFont typeface="Arial" panose="020B0604020202020204" pitchFamily="34" charset="0"/>
              <a:buChar char="•"/>
            </a:pPr>
            <a:r>
              <a:rPr lang="fr-FR" sz="2000" err="1">
                <a:solidFill>
                  <a:schemeClr val="accent1"/>
                </a:solidFill>
                <a:sym typeface="Wingdings" panose="05000000000000000000" pitchFamily="2" charset="2"/>
              </a:rPr>
              <a:t>Stateful</a:t>
            </a:r>
            <a:r>
              <a:rPr lang="fr-FR" sz="2000">
                <a:solidFill>
                  <a:schemeClr val="accent1"/>
                </a:solidFill>
                <a:sym typeface="Wingdings" panose="05000000000000000000" pitchFamily="2" charset="2"/>
              </a:rPr>
              <a:t> </a:t>
            </a:r>
            <a:r>
              <a:rPr lang="fr-FR" sz="2000" err="1">
                <a:solidFill>
                  <a:schemeClr val="accent1"/>
                </a:solidFill>
                <a:sym typeface="Wingdings" panose="05000000000000000000" pitchFamily="2" charset="2"/>
              </a:rPr>
              <a:t>Operation</a:t>
            </a:r>
            <a:endParaRPr lang="fr-FR" sz="2000">
              <a:solidFill>
                <a:schemeClr val="accent1"/>
              </a:solidFill>
            </a:endParaRPr>
          </a:p>
        </p:txBody>
      </p:sp>
      <p:sp>
        <p:nvSpPr>
          <p:cNvPr id="11" name="ZoneTexte 10">
            <a:extLst>
              <a:ext uri="{FF2B5EF4-FFF2-40B4-BE49-F238E27FC236}">
                <a16:creationId xmlns:a16="http://schemas.microsoft.com/office/drawing/2014/main" id="{EDFFE497-4419-4159-FDC1-0D97BE323871}"/>
              </a:ext>
            </a:extLst>
          </p:cNvPr>
          <p:cNvSpPr txBox="1"/>
          <p:nvPr/>
        </p:nvSpPr>
        <p:spPr>
          <a:xfrm>
            <a:off x="8716513" y="4692985"/>
            <a:ext cx="3383503" cy="1631216"/>
          </a:xfrm>
          <a:prstGeom prst="rect">
            <a:avLst/>
          </a:prstGeom>
          <a:noFill/>
        </p:spPr>
        <p:txBody>
          <a:bodyPr wrap="square" rtlCol="0">
            <a:spAutoFit/>
          </a:bodyPr>
          <a:lstStyle/>
          <a:p>
            <a:pPr algn="ctr"/>
            <a:r>
              <a:rPr lang="fr-FR" sz="2000" b="1">
                <a:solidFill>
                  <a:schemeClr val="accent1"/>
                </a:solidFill>
                <a:sym typeface="Wingdings" panose="05000000000000000000" pitchFamily="2" charset="2"/>
              </a:rPr>
              <a:t>GraphQL</a:t>
            </a:r>
          </a:p>
          <a:p>
            <a:pPr marL="342900" indent="-342900" algn="ctr">
              <a:buFont typeface="Arial" panose="020B0604020202020204" pitchFamily="34" charset="0"/>
              <a:buChar char="•"/>
            </a:pPr>
            <a:r>
              <a:rPr lang="fr-FR" sz="2000" err="1">
                <a:solidFill>
                  <a:schemeClr val="accent1"/>
                </a:solidFill>
                <a:sym typeface="Wingdings" panose="05000000000000000000" pitchFamily="2" charset="2"/>
              </a:rPr>
              <a:t>Optimize</a:t>
            </a:r>
            <a:r>
              <a:rPr lang="fr-FR" sz="2000">
                <a:solidFill>
                  <a:schemeClr val="accent1"/>
                </a:solidFill>
                <a:sym typeface="Wingdings" panose="05000000000000000000" pitchFamily="2" charset="2"/>
              </a:rPr>
              <a:t> data </a:t>
            </a:r>
            <a:r>
              <a:rPr lang="fr-FR" sz="2000" err="1">
                <a:solidFill>
                  <a:schemeClr val="accent1"/>
                </a:solidFill>
                <a:sym typeface="Wingdings" panose="05000000000000000000" pitchFamily="2" charset="2"/>
              </a:rPr>
              <a:t>fetching</a:t>
            </a:r>
            <a:endParaRPr lang="fr-FR" sz="2000">
              <a:solidFill>
                <a:schemeClr val="accent1"/>
              </a:solidFill>
              <a:sym typeface="Wingdings" panose="05000000000000000000" pitchFamily="2" charset="2"/>
            </a:endParaRPr>
          </a:p>
          <a:p>
            <a:pPr marL="342900" indent="-342900" algn="ctr">
              <a:buFont typeface="Arial" panose="020B0604020202020204" pitchFamily="34" charset="0"/>
              <a:buChar char="•"/>
            </a:pPr>
            <a:r>
              <a:rPr lang="fr-FR" sz="2000">
                <a:solidFill>
                  <a:schemeClr val="accent1"/>
                </a:solidFill>
                <a:sym typeface="Wingdings" panose="05000000000000000000" pitchFamily="2" charset="2"/>
              </a:rPr>
              <a:t>Single </a:t>
            </a:r>
            <a:r>
              <a:rPr lang="fr-FR" sz="2000" err="1">
                <a:solidFill>
                  <a:schemeClr val="accent1"/>
                </a:solidFill>
                <a:sym typeface="Wingdings" panose="05000000000000000000" pitchFamily="2" charset="2"/>
              </a:rPr>
              <a:t>endpoint</a:t>
            </a:r>
            <a:endParaRPr lang="fr-FR" sz="2000">
              <a:solidFill>
                <a:schemeClr val="accent1"/>
              </a:solidFill>
              <a:sym typeface="Wingdings" panose="05000000000000000000" pitchFamily="2" charset="2"/>
            </a:endParaRPr>
          </a:p>
          <a:p>
            <a:pPr marL="342900" indent="-342900" algn="ctr">
              <a:buFont typeface="Arial" panose="020B0604020202020204" pitchFamily="34" charset="0"/>
              <a:buChar char="•"/>
            </a:pPr>
            <a:r>
              <a:rPr lang="fr-FR" sz="2000" err="1">
                <a:solidFill>
                  <a:schemeClr val="accent1"/>
                </a:solidFill>
                <a:sym typeface="Wingdings" panose="05000000000000000000" pitchFamily="2" charset="2"/>
              </a:rPr>
              <a:t>Strongly</a:t>
            </a:r>
            <a:r>
              <a:rPr lang="fr-FR" sz="2000">
                <a:solidFill>
                  <a:schemeClr val="accent1"/>
                </a:solidFill>
                <a:sym typeface="Wingdings" panose="05000000000000000000" pitchFamily="2" charset="2"/>
              </a:rPr>
              <a:t> </a:t>
            </a:r>
            <a:r>
              <a:rPr lang="fr-FR" sz="2000" err="1">
                <a:solidFill>
                  <a:schemeClr val="accent1"/>
                </a:solidFill>
                <a:sym typeface="Wingdings" panose="05000000000000000000" pitchFamily="2" charset="2"/>
              </a:rPr>
              <a:t>Typed</a:t>
            </a:r>
            <a:endParaRPr lang="fr-FR" sz="2000">
              <a:solidFill>
                <a:schemeClr val="accent1"/>
              </a:solidFill>
              <a:sym typeface="Wingdings" panose="05000000000000000000" pitchFamily="2" charset="2"/>
            </a:endParaRPr>
          </a:p>
          <a:p>
            <a:pPr marL="342900" indent="-342900" algn="ctr">
              <a:buFont typeface="Arial" panose="020B0604020202020204" pitchFamily="34" charset="0"/>
              <a:buChar char="•"/>
            </a:pPr>
            <a:endParaRPr lang="fr-FR" sz="2000">
              <a:solidFill>
                <a:schemeClr val="accent1"/>
              </a:solidFill>
              <a:sym typeface="Wingdings" panose="05000000000000000000" pitchFamily="2" charset="2"/>
            </a:endParaRPr>
          </a:p>
        </p:txBody>
      </p:sp>
      <p:sp>
        <p:nvSpPr>
          <p:cNvPr id="14" name="ZoneTexte 13">
            <a:extLst>
              <a:ext uri="{FF2B5EF4-FFF2-40B4-BE49-F238E27FC236}">
                <a16:creationId xmlns:a16="http://schemas.microsoft.com/office/drawing/2014/main" id="{F516E824-4176-AE34-5B20-5D04E3F3F119}"/>
              </a:ext>
            </a:extLst>
          </p:cNvPr>
          <p:cNvSpPr txBox="1"/>
          <p:nvPr/>
        </p:nvSpPr>
        <p:spPr>
          <a:xfrm>
            <a:off x="8009787" y="2044337"/>
            <a:ext cx="4090230" cy="1938992"/>
          </a:xfrm>
          <a:prstGeom prst="rect">
            <a:avLst/>
          </a:prstGeom>
          <a:noFill/>
        </p:spPr>
        <p:txBody>
          <a:bodyPr wrap="square" rtlCol="0">
            <a:spAutoFit/>
          </a:bodyPr>
          <a:lstStyle/>
          <a:p>
            <a:pPr algn="ctr"/>
            <a:r>
              <a:rPr lang="fr-FR" sz="2000" b="1" dirty="0" err="1">
                <a:solidFill>
                  <a:schemeClr val="accent1"/>
                </a:solidFill>
                <a:sym typeface="Wingdings" panose="05000000000000000000" pitchFamily="2" charset="2"/>
              </a:rPr>
              <a:t>gRPC</a:t>
            </a:r>
            <a:r>
              <a:rPr lang="fr-FR" sz="2000" dirty="0">
                <a:solidFill>
                  <a:schemeClr val="accent1"/>
                </a:solidFill>
                <a:sym typeface="Wingdings" panose="05000000000000000000" pitchFamily="2" charset="2"/>
              </a:rPr>
              <a:t> </a:t>
            </a:r>
          </a:p>
          <a:p>
            <a:pPr marL="342900" indent="-342900" algn="ctr">
              <a:buFont typeface="Arial" panose="020B0604020202020204" pitchFamily="34" charset="0"/>
              <a:buChar char="•"/>
            </a:pPr>
            <a:r>
              <a:rPr lang="fr-FR" sz="2000" dirty="0">
                <a:solidFill>
                  <a:schemeClr val="accent1"/>
                </a:solidFill>
                <a:sym typeface="Wingdings" panose="05000000000000000000" pitchFamily="2" charset="2"/>
              </a:rPr>
              <a:t>High performance (</a:t>
            </a:r>
            <a:r>
              <a:rPr lang="fr-FR" sz="2000" dirty="0" err="1">
                <a:solidFill>
                  <a:schemeClr val="accent1"/>
                </a:solidFill>
                <a:sym typeface="Wingdings" panose="05000000000000000000" pitchFamily="2" charset="2"/>
              </a:rPr>
              <a:t>Protobuf</a:t>
            </a:r>
            <a:r>
              <a:rPr lang="fr-FR" sz="2000" dirty="0">
                <a:solidFill>
                  <a:schemeClr val="accent1"/>
                </a:solidFill>
                <a:sym typeface="Wingdings" panose="05000000000000000000" pitchFamily="2" charset="2"/>
              </a:rPr>
              <a:t>)</a:t>
            </a:r>
          </a:p>
          <a:p>
            <a:pPr marL="342900" indent="-342900" algn="ctr">
              <a:buFont typeface="Arial" panose="020B0604020202020204" pitchFamily="34" charset="0"/>
              <a:buChar char="•"/>
            </a:pPr>
            <a:r>
              <a:rPr lang="fr-FR" sz="2000" dirty="0">
                <a:solidFill>
                  <a:schemeClr val="accent1"/>
                </a:solidFill>
                <a:sym typeface="Wingdings" panose="05000000000000000000" pitchFamily="2" charset="2"/>
              </a:rPr>
              <a:t>HTTP2 </a:t>
            </a:r>
            <a:r>
              <a:rPr lang="fr-FR" sz="2000" dirty="0" err="1">
                <a:solidFill>
                  <a:schemeClr val="accent1"/>
                </a:solidFill>
                <a:sym typeface="Wingdings" panose="05000000000000000000" pitchFamily="2" charset="2"/>
              </a:rPr>
              <a:t>Advantages</a:t>
            </a:r>
            <a:r>
              <a:rPr lang="fr-FR" sz="2000" dirty="0">
                <a:solidFill>
                  <a:schemeClr val="accent1"/>
                </a:solidFill>
                <a:sym typeface="Wingdings" panose="05000000000000000000" pitchFamily="2" charset="2"/>
              </a:rPr>
              <a:t> (</a:t>
            </a:r>
            <a:r>
              <a:rPr lang="fr-FR" sz="2000" dirty="0" err="1">
                <a:solidFill>
                  <a:schemeClr val="accent1"/>
                </a:solidFill>
                <a:sym typeface="Wingdings" panose="05000000000000000000" pitchFamily="2" charset="2"/>
              </a:rPr>
              <a:t>Multiplexing</a:t>
            </a:r>
            <a:r>
              <a:rPr lang="fr-FR" sz="2000" dirty="0">
                <a:solidFill>
                  <a:schemeClr val="accent1"/>
                </a:solidFill>
                <a:sym typeface="Wingdings" panose="05000000000000000000" pitchFamily="2" charset="2"/>
              </a:rPr>
              <a:t>)</a:t>
            </a:r>
          </a:p>
          <a:p>
            <a:pPr marL="342900" indent="-342900" algn="ctr">
              <a:buFont typeface="Arial" panose="020B0604020202020204" pitchFamily="34" charset="0"/>
              <a:buChar char="•"/>
            </a:pPr>
            <a:r>
              <a:rPr lang="fr-FR" sz="2000" dirty="0">
                <a:solidFill>
                  <a:schemeClr val="accent1"/>
                </a:solidFill>
                <a:sym typeface="Wingdings" panose="05000000000000000000" pitchFamily="2" charset="2"/>
              </a:rPr>
              <a:t>Streaming </a:t>
            </a:r>
            <a:r>
              <a:rPr lang="fr-FR" sz="2000" dirty="0" err="1">
                <a:solidFill>
                  <a:schemeClr val="accent1"/>
                </a:solidFill>
                <a:sym typeface="Wingdings" panose="05000000000000000000" pitchFamily="2" charset="2"/>
              </a:rPr>
              <a:t>Capabilities</a:t>
            </a:r>
            <a:endParaRPr lang="fr-FR" sz="2000" dirty="0">
              <a:solidFill>
                <a:schemeClr val="accent1"/>
              </a:solidFill>
              <a:sym typeface="Wingdings" panose="05000000000000000000" pitchFamily="2" charset="2"/>
            </a:endParaRPr>
          </a:p>
          <a:p>
            <a:pPr marL="342900" indent="-342900" algn="ctr">
              <a:buFont typeface="Arial" panose="020B0604020202020204" pitchFamily="34" charset="0"/>
              <a:buChar char="•"/>
            </a:pPr>
            <a:endParaRPr lang="fr-FR" sz="2000" dirty="0">
              <a:solidFill>
                <a:schemeClr val="accent1"/>
              </a:solidFill>
              <a:sym typeface="Wingdings" panose="05000000000000000000" pitchFamily="2" charset="2"/>
            </a:endParaRPr>
          </a:p>
          <a:p>
            <a:pPr algn="ctr"/>
            <a:endParaRPr lang="fr-FR" sz="2000" dirty="0">
              <a:solidFill>
                <a:schemeClr val="accent1"/>
              </a:solidFill>
            </a:endParaRPr>
          </a:p>
        </p:txBody>
      </p:sp>
      <p:sp>
        <p:nvSpPr>
          <p:cNvPr id="15" name="ZoneTexte 14">
            <a:extLst>
              <a:ext uri="{FF2B5EF4-FFF2-40B4-BE49-F238E27FC236}">
                <a16:creationId xmlns:a16="http://schemas.microsoft.com/office/drawing/2014/main" id="{63FACC25-AFB4-1D2B-1945-782E18AAF989}"/>
              </a:ext>
            </a:extLst>
          </p:cNvPr>
          <p:cNvSpPr txBox="1"/>
          <p:nvPr/>
        </p:nvSpPr>
        <p:spPr>
          <a:xfrm>
            <a:off x="17865" y="5163055"/>
            <a:ext cx="3248952" cy="1015663"/>
          </a:xfrm>
          <a:prstGeom prst="rect">
            <a:avLst/>
          </a:prstGeom>
          <a:noFill/>
        </p:spPr>
        <p:txBody>
          <a:bodyPr wrap="square" rtlCol="0">
            <a:spAutoFit/>
          </a:bodyPr>
          <a:lstStyle/>
          <a:p>
            <a:pPr algn="ctr"/>
            <a:r>
              <a:rPr lang="fr-FR" sz="2000" b="1" dirty="0">
                <a:solidFill>
                  <a:schemeClr val="accent1"/>
                </a:solidFill>
                <a:sym typeface="Wingdings" panose="05000000000000000000" pitchFamily="2" charset="2"/>
              </a:rPr>
              <a:t>REST</a:t>
            </a:r>
          </a:p>
          <a:p>
            <a:pPr marL="342900" indent="-342900" algn="ctr">
              <a:buFont typeface="Arial" panose="020B0604020202020204" pitchFamily="34" charset="0"/>
              <a:buChar char="•"/>
            </a:pPr>
            <a:r>
              <a:rPr lang="fr-FR" sz="2000" dirty="0">
                <a:solidFill>
                  <a:schemeClr val="accent1"/>
                </a:solidFill>
                <a:sym typeface="Wingdings" panose="05000000000000000000" pitchFamily="2" charset="2"/>
              </a:rPr>
              <a:t>Standard </a:t>
            </a:r>
            <a:r>
              <a:rPr lang="fr-FR" sz="2000" dirty="0" err="1">
                <a:solidFill>
                  <a:schemeClr val="accent1"/>
                </a:solidFill>
                <a:sym typeface="Wingdings" panose="05000000000000000000" pitchFamily="2" charset="2"/>
              </a:rPr>
              <a:t>Interoperability</a:t>
            </a:r>
            <a:endParaRPr lang="fr-FR" sz="2000" dirty="0">
              <a:solidFill>
                <a:schemeClr val="accent1"/>
              </a:solidFill>
              <a:sym typeface="Wingdings" panose="05000000000000000000" pitchFamily="2" charset="2"/>
            </a:endParaRPr>
          </a:p>
          <a:p>
            <a:pPr marL="342900" indent="-342900" algn="ctr">
              <a:buFont typeface="Arial" panose="020B0604020202020204" pitchFamily="34" charset="0"/>
              <a:buChar char="•"/>
            </a:pPr>
            <a:r>
              <a:rPr lang="fr-FR" sz="2000" dirty="0">
                <a:solidFill>
                  <a:schemeClr val="accent1"/>
                </a:solidFill>
                <a:sym typeface="Wingdings" panose="05000000000000000000" pitchFamily="2" charset="2"/>
              </a:rPr>
              <a:t>Light </a:t>
            </a:r>
            <a:r>
              <a:rPr lang="fr-FR" sz="2000" dirty="0" err="1">
                <a:solidFill>
                  <a:schemeClr val="accent1"/>
                </a:solidFill>
                <a:sym typeface="Wingdings" panose="05000000000000000000" pitchFamily="2" charset="2"/>
              </a:rPr>
              <a:t>weight</a:t>
            </a:r>
            <a:r>
              <a:rPr lang="fr-FR" sz="2000" dirty="0">
                <a:solidFill>
                  <a:schemeClr val="accent1"/>
                </a:solidFill>
                <a:sym typeface="Wingdings" panose="05000000000000000000" pitchFamily="2" charset="2"/>
              </a:rPr>
              <a:t> design</a:t>
            </a:r>
          </a:p>
        </p:txBody>
      </p:sp>
      <p:sp>
        <p:nvSpPr>
          <p:cNvPr id="16" name="ZoneTexte 15">
            <a:extLst>
              <a:ext uri="{FF2B5EF4-FFF2-40B4-BE49-F238E27FC236}">
                <a16:creationId xmlns:a16="http://schemas.microsoft.com/office/drawing/2014/main" id="{B033C8D1-1129-5905-E953-1737E8D4D3FB}"/>
              </a:ext>
            </a:extLst>
          </p:cNvPr>
          <p:cNvSpPr txBox="1"/>
          <p:nvPr/>
        </p:nvSpPr>
        <p:spPr>
          <a:xfrm>
            <a:off x="3935522" y="3661934"/>
            <a:ext cx="3253760" cy="1538883"/>
          </a:xfrm>
          <a:prstGeom prst="rect">
            <a:avLst/>
          </a:prstGeom>
          <a:noFill/>
        </p:spPr>
        <p:txBody>
          <a:bodyPr wrap="square" rtlCol="0">
            <a:spAutoFit/>
          </a:bodyPr>
          <a:lstStyle/>
          <a:p>
            <a:pPr algn="ctr"/>
            <a:endParaRPr lang="fr-FR" sz="1400">
              <a:solidFill>
                <a:schemeClr val="accent1"/>
              </a:solidFill>
            </a:endParaRPr>
          </a:p>
          <a:p>
            <a:pPr algn="ctr"/>
            <a:r>
              <a:rPr lang="fr-FR" sz="2000" b="1">
                <a:solidFill>
                  <a:schemeClr val="accent1"/>
                </a:solidFill>
                <a:sym typeface="Wingdings" panose="05000000000000000000" pitchFamily="2" charset="2"/>
              </a:rPr>
              <a:t>REST</a:t>
            </a:r>
          </a:p>
          <a:p>
            <a:pPr marL="342900" indent="-342900" algn="ctr">
              <a:buFont typeface="Arial" panose="020B0604020202020204" pitchFamily="34" charset="0"/>
              <a:buChar char="•"/>
            </a:pPr>
            <a:r>
              <a:rPr lang="fr-FR" sz="2000">
                <a:solidFill>
                  <a:schemeClr val="accent1"/>
                </a:solidFill>
                <a:sym typeface="Wingdings" panose="05000000000000000000" pitchFamily="2" charset="2"/>
              </a:rPr>
              <a:t>Resource-</a:t>
            </a:r>
            <a:r>
              <a:rPr lang="fr-FR" sz="2000" err="1">
                <a:solidFill>
                  <a:schemeClr val="accent1"/>
                </a:solidFill>
                <a:sym typeface="Wingdings" panose="05000000000000000000" pitchFamily="2" charset="2"/>
              </a:rPr>
              <a:t>based</a:t>
            </a:r>
            <a:r>
              <a:rPr lang="fr-FR" sz="2000">
                <a:solidFill>
                  <a:schemeClr val="accent1"/>
                </a:solidFill>
                <a:sym typeface="Wingdings" panose="05000000000000000000" pitchFamily="2" charset="2"/>
              </a:rPr>
              <a:t> </a:t>
            </a:r>
            <a:r>
              <a:rPr lang="fr-FR" sz="2000" err="1">
                <a:solidFill>
                  <a:schemeClr val="accent1"/>
                </a:solidFill>
                <a:sym typeface="Wingdings" panose="05000000000000000000" pitchFamily="2" charset="2"/>
              </a:rPr>
              <a:t>access</a:t>
            </a:r>
            <a:endParaRPr lang="fr-FR" sz="2000">
              <a:solidFill>
                <a:schemeClr val="accent1"/>
              </a:solidFill>
              <a:sym typeface="Wingdings" panose="05000000000000000000" pitchFamily="2" charset="2"/>
            </a:endParaRPr>
          </a:p>
          <a:p>
            <a:pPr marL="342900" indent="-342900" algn="ctr">
              <a:buFont typeface="Arial" panose="020B0604020202020204" pitchFamily="34" charset="0"/>
              <a:buChar char="•"/>
            </a:pPr>
            <a:r>
              <a:rPr lang="fr-FR" sz="2000" err="1">
                <a:solidFill>
                  <a:schemeClr val="accent1"/>
                </a:solidFill>
                <a:sym typeface="Wingdings" panose="05000000000000000000" pitchFamily="2" charset="2"/>
              </a:rPr>
              <a:t>Statelessness</a:t>
            </a:r>
            <a:endParaRPr lang="fr-FR" sz="2000">
              <a:solidFill>
                <a:schemeClr val="accent1"/>
              </a:solidFill>
              <a:sym typeface="Wingdings" panose="05000000000000000000" pitchFamily="2" charset="2"/>
            </a:endParaRPr>
          </a:p>
          <a:p>
            <a:pPr marL="342900" indent="-342900" algn="ctr">
              <a:buFont typeface="Arial" panose="020B0604020202020204" pitchFamily="34" charset="0"/>
              <a:buChar char="•"/>
            </a:pPr>
            <a:r>
              <a:rPr lang="fr-FR" sz="2000">
                <a:solidFill>
                  <a:schemeClr val="accent1"/>
                </a:solidFill>
                <a:sym typeface="Wingdings" panose="05000000000000000000" pitchFamily="2" charset="2"/>
              </a:rPr>
              <a:t>Simple </a:t>
            </a:r>
            <a:r>
              <a:rPr lang="fr-FR" sz="2000" err="1">
                <a:solidFill>
                  <a:schemeClr val="accent1"/>
                </a:solidFill>
                <a:sym typeface="Wingdings" panose="05000000000000000000" pitchFamily="2" charset="2"/>
              </a:rPr>
              <a:t>implementation</a:t>
            </a:r>
            <a:endParaRPr lang="fr-FR" sz="2000">
              <a:solidFill>
                <a:schemeClr val="accent1"/>
              </a:solidFill>
              <a:sym typeface="Wingdings" panose="05000000000000000000" pitchFamily="2" charset="2"/>
            </a:endParaRPr>
          </a:p>
        </p:txBody>
      </p:sp>
    </p:spTree>
    <p:extLst>
      <p:ext uri="{BB962C8B-B14F-4D97-AF65-F5344CB8AC3E}">
        <p14:creationId xmlns:p14="http://schemas.microsoft.com/office/powerpoint/2010/main" val="196631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8A458-F7FF-ED8C-3AD4-A60FD70EE49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3D580CC-6004-B72B-C20F-BE3076576C69}"/>
              </a:ext>
            </a:extLst>
          </p:cNvPr>
          <p:cNvSpPr>
            <a:spLocks noGrp="1"/>
          </p:cNvSpPr>
          <p:nvPr>
            <p:ph type="title"/>
          </p:nvPr>
        </p:nvSpPr>
        <p:spPr>
          <a:xfrm>
            <a:off x="103340" y="365125"/>
            <a:ext cx="11445658" cy="1325563"/>
          </a:xfrm>
        </p:spPr>
        <p:txBody>
          <a:bodyPr>
            <a:normAutofit/>
          </a:bodyPr>
          <a:lstStyle/>
          <a:p>
            <a:pPr algn="ctr"/>
            <a:r>
              <a:rPr lang="fr-FR" b="1">
                <a:solidFill>
                  <a:schemeClr val="accent1"/>
                </a:solidFill>
              </a:rPr>
              <a:t>3. Structure de la demande </a:t>
            </a:r>
            <a:endParaRPr lang="fr-FR">
              <a:solidFill>
                <a:schemeClr val="accent1"/>
              </a:solidFill>
            </a:endParaRPr>
          </a:p>
        </p:txBody>
      </p:sp>
      <p:pic>
        <p:nvPicPr>
          <p:cNvPr id="4" name="Image 3">
            <a:extLst>
              <a:ext uri="{FF2B5EF4-FFF2-40B4-BE49-F238E27FC236}">
                <a16:creationId xmlns:a16="http://schemas.microsoft.com/office/drawing/2014/main" id="{EE3C5422-69BD-DAC3-8BFD-DC6C54D43497}"/>
              </a:ext>
            </a:extLst>
          </p:cNvPr>
          <p:cNvPicPr>
            <a:picLocks noChangeAspect="1"/>
          </p:cNvPicPr>
          <p:nvPr/>
        </p:nvPicPr>
        <p:blipFill>
          <a:blip r:embed="rId3"/>
          <a:srcRect l="12090" t="20524" r="7488" b="17844"/>
          <a:stretch>
            <a:fillRect/>
          </a:stretch>
        </p:blipFill>
        <p:spPr>
          <a:xfrm>
            <a:off x="3720262" y="1927191"/>
            <a:ext cx="8206131" cy="4192655"/>
          </a:xfrm>
          <a:prstGeom prst="rect">
            <a:avLst/>
          </a:prstGeom>
        </p:spPr>
      </p:pic>
      <p:sp>
        <p:nvSpPr>
          <p:cNvPr id="3" name="Espace réservé du numéro de diapositive 2">
            <a:extLst>
              <a:ext uri="{FF2B5EF4-FFF2-40B4-BE49-F238E27FC236}">
                <a16:creationId xmlns:a16="http://schemas.microsoft.com/office/drawing/2014/main" id="{35F2BD29-D469-1F13-0FF9-24658A2E5C5C}"/>
              </a:ext>
            </a:extLst>
          </p:cNvPr>
          <p:cNvSpPr>
            <a:spLocks noGrp="1"/>
          </p:cNvSpPr>
          <p:nvPr>
            <p:ph type="sldNum" sz="quarter" idx="12"/>
          </p:nvPr>
        </p:nvSpPr>
        <p:spPr/>
        <p:txBody>
          <a:bodyPr/>
          <a:lstStyle/>
          <a:p>
            <a:fld id="{C78954A9-0B93-8447-8914-95EE09401EEE}" type="slidenum">
              <a:rPr lang="fr-FR" smtClean="0"/>
              <a:t>6</a:t>
            </a:fld>
            <a:endParaRPr lang="fr-FR"/>
          </a:p>
        </p:txBody>
      </p:sp>
      <p:sp>
        <p:nvSpPr>
          <p:cNvPr id="6" name="ZoneTexte 5">
            <a:extLst>
              <a:ext uri="{FF2B5EF4-FFF2-40B4-BE49-F238E27FC236}">
                <a16:creationId xmlns:a16="http://schemas.microsoft.com/office/drawing/2014/main" id="{C8A25698-6752-5FE6-AECC-B67030CD6DFD}"/>
              </a:ext>
            </a:extLst>
          </p:cNvPr>
          <p:cNvSpPr txBox="1"/>
          <p:nvPr/>
        </p:nvSpPr>
        <p:spPr>
          <a:xfrm>
            <a:off x="406283" y="2163695"/>
            <a:ext cx="4844955" cy="2246769"/>
          </a:xfrm>
          <a:prstGeom prst="rect">
            <a:avLst/>
          </a:prstGeom>
          <a:noFill/>
        </p:spPr>
        <p:txBody>
          <a:bodyPr wrap="square" rtlCol="0">
            <a:spAutoFit/>
          </a:bodyPr>
          <a:lstStyle/>
          <a:p>
            <a:r>
              <a:rPr lang="fr-FR" sz="2000" noProof="0">
                <a:solidFill>
                  <a:schemeClr val="accent1"/>
                </a:solidFill>
              </a:rPr>
              <a:t>Demande</a:t>
            </a:r>
            <a:r>
              <a:rPr lang="en-US" sz="2000">
                <a:solidFill>
                  <a:schemeClr val="accent1"/>
                </a:solidFill>
              </a:rPr>
              <a:t> de soin contient :</a:t>
            </a:r>
          </a:p>
          <a:p>
            <a:r>
              <a:rPr lang="en-US" sz="2000">
                <a:solidFill>
                  <a:schemeClr val="accent1"/>
                </a:solidFill>
              </a:rPr>
              <a:t> </a:t>
            </a:r>
          </a:p>
          <a:p>
            <a:pPr marL="342900" indent="-342900">
              <a:buFont typeface="Arial" panose="020B0604020202020204" pitchFamily="34" charset="0"/>
              <a:buChar char="•"/>
            </a:pPr>
            <a:r>
              <a:rPr lang="en-US" sz="2000">
                <a:solidFill>
                  <a:schemeClr val="accent1"/>
                </a:solidFill>
              </a:rPr>
              <a:t>Données principales</a:t>
            </a:r>
          </a:p>
          <a:p>
            <a:pPr marL="342900" indent="-342900">
              <a:buFont typeface="Arial" panose="020B0604020202020204" pitchFamily="34" charset="0"/>
              <a:buChar char="•"/>
            </a:pPr>
            <a:r>
              <a:rPr lang="en-US" sz="2000">
                <a:solidFill>
                  <a:schemeClr val="accent1"/>
                </a:solidFill>
              </a:rPr>
              <a:t>Résultats</a:t>
            </a:r>
          </a:p>
          <a:p>
            <a:pPr marL="342900" indent="-342900">
              <a:buFont typeface="Arial" panose="020B0604020202020204" pitchFamily="34" charset="0"/>
              <a:buChar char="•"/>
            </a:pPr>
            <a:r>
              <a:rPr lang="en-US" sz="2000">
                <a:solidFill>
                  <a:schemeClr val="accent1"/>
                </a:solidFill>
              </a:rPr>
              <a:t>Statut </a:t>
            </a:r>
          </a:p>
          <a:p>
            <a:pPr marL="342900" indent="-342900">
              <a:buFont typeface="Arial" panose="020B0604020202020204" pitchFamily="34" charset="0"/>
              <a:buChar char="•"/>
            </a:pPr>
            <a:r>
              <a:rPr lang="en-US" sz="2000">
                <a:solidFill>
                  <a:schemeClr val="accent1"/>
                </a:solidFill>
              </a:rPr>
              <a:t>Historique </a:t>
            </a:r>
          </a:p>
          <a:p>
            <a:endParaRPr lang="en-US" sz="2000">
              <a:solidFill>
                <a:schemeClr val="accent1"/>
              </a:solidFill>
            </a:endParaRPr>
          </a:p>
        </p:txBody>
      </p:sp>
      <p:sp>
        <p:nvSpPr>
          <p:cNvPr id="7" name="ZoneTexte 6">
            <a:extLst>
              <a:ext uri="{FF2B5EF4-FFF2-40B4-BE49-F238E27FC236}">
                <a16:creationId xmlns:a16="http://schemas.microsoft.com/office/drawing/2014/main" id="{CF7FA98D-21E8-B4B5-8802-49B59E7C37DE}"/>
              </a:ext>
            </a:extLst>
          </p:cNvPr>
          <p:cNvSpPr txBox="1"/>
          <p:nvPr/>
        </p:nvSpPr>
        <p:spPr>
          <a:xfrm>
            <a:off x="0" y="4328661"/>
            <a:ext cx="3851250" cy="400110"/>
          </a:xfrm>
          <a:prstGeom prst="rect">
            <a:avLst/>
          </a:prstGeom>
          <a:noFill/>
        </p:spPr>
        <p:txBody>
          <a:bodyPr wrap="square" rtlCol="0">
            <a:spAutoFit/>
          </a:bodyPr>
          <a:lstStyle/>
          <a:p>
            <a:pPr algn="ctr"/>
            <a:r>
              <a:rPr lang="fr-FR" sz="2000" b="1">
                <a:solidFill>
                  <a:schemeClr val="accent1"/>
                </a:solidFill>
                <a:sym typeface="Wingdings" pitchFamily="2" charset="2"/>
              </a:rPr>
              <a:t> Situation réelle hôpital </a:t>
            </a:r>
            <a:endParaRPr lang="fr-FR" sz="2000">
              <a:solidFill>
                <a:schemeClr val="accent1"/>
              </a:solidFill>
            </a:endParaRPr>
          </a:p>
        </p:txBody>
      </p:sp>
    </p:spTree>
    <p:extLst>
      <p:ext uri="{BB962C8B-B14F-4D97-AF65-F5344CB8AC3E}">
        <p14:creationId xmlns:p14="http://schemas.microsoft.com/office/powerpoint/2010/main" val="573171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8B708-D325-2D87-6B8A-1BFDBE9E101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E049DB2-C02F-76D4-D710-2F3915940A8E}"/>
              </a:ext>
            </a:extLst>
          </p:cNvPr>
          <p:cNvSpPr>
            <a:spLocks noGrp="1"/>
          </p:cNvSpPr>
          <p:nvPr>
            <p:ph type="title"/>
          </p:nvPr>
        </p:nvSpPr>
        <p:spPr>
          <a:xfrm>
            <a:off x="373171" y="209810"/>
            <a:ext cx="11445658" cy="1325563"/>
          </a:xfrm>
        </p:spPr>
        <p:txBody>
          <a:bodyPr>
            <a:normAutofit/>
          </a:bodyPr>
          <a:lstStyle/>
          <a:p>
            <a:pPr algn="ctr"/>
            <a:r>
              <a:rPr lang="fr-FR" b="1">
                <a:solidFill>
                  <a:schemeClr val="accent1"/>
                </a:solidFill>
              </a:rPr>
              <a:t>4. Le </a:t>
            </a:r>
            <a:r>
              <a:rPr lang="fr-FR" b="1" err="1">
                <a:solidFill>
                  <a:schemeClr val="accent1"/>
                </a:solidFill>
              </a:rPr>
              <a:t>Tracking</a:t>
            </a:r>
            <a:r>
              <a:rPr lang="fr-FR" b="1">
                <a:solidFill>
                  <a:schemeClr val="accent1"/>
                </a:solidFill>
              </a:rPr>
              <a:t> et le Stockage</a:t>
            </a:r>
            <a:endParaRPr lang="fr-FR">
              <a:solidFill>
                <a:schemeClr val="accent1"/>
              </a:solidFill>
            </a:endParaRPr>
          </a:p>
        </p:txBody>
      </p:sp>
      <p:pic>
        <p:nvPicPr>
          <p:cNvPr id="4" name="Image 3">
            <a:extLst>
              <a:ext uri="{FF2B5EF4-FFF2-40B4-BE49-F238E27FC236}">
                <a16:creationId xmlns:a16="http://schemas.microsoft.com/office/drawing/2014/main" id="{F31E3AC6-53D6-C597-6C19-EABD2993121F}"/>
              </a:ext>
            </a:extLst>
          </p:cNvPr>
          <p:cNvPicPr>
            <a:picLocks noChangeAspect="1"/>
          </p:cNvPicPr>
          <p:nvPr/>
        </p:nvPicPr>
        <p:blipFill>
          <a:blip r:embed="rId3"/>
          <a:srcRect l="7741" t="16836" r="8677" b="25482"/>
          <a:stretch>
            <a:fillRect/>
          </a:stretch>
        </p:blipFill>
        <p:spPr>
          <a:xfrm>
            <a:off x="559557" y="3657600"/>
            <a:ext cx="4953825" cy="2279176"/>
          </a:xfrm>
          <a:prstGeom prst="rect">
            <a:avLst/>
          </a:prstGeom>
        </p:spPr>
      </p:pic>
      <p:sp>
        <p:nvSpPr>
          <p:cNvPr id="6" name="Espace réservé du numéro de diapositive 5">
            <a:extLst>
              <a:ext uri="{FF2B5EF4-FFF2-40B4-BE49-F238E27FC236}">
                <a16:creationId xmlns:a16="http://schemas.microsoft.com/office/drawing/2014/main" id="{D5A0E8AC-237B-00D7-F5B0-B3126C00C9D6}"/>
              </a:ext>
            </a:extLst>
          </p:cNvPr>
          <p:cNvSpPr>
            <a:spLocks noGrp="1"/>
          </p:cNvSpPr>
          <p:nvPr>
            <p:ph type="sldNum" sz="quarter" idx="12"/>
          </p:nvPr>
        </p:nvSpPr>
        <p:spPr/>
        <p:txBody>
          <a:bodyPr/>
          <a:lstStyle/>
          <a:p>
            <a:fld id="{C78954A9-0B93-8447-8914-95EE09401EEE}" type="slidenum">
              <a:rPr lang="fr-FR" smtClean="0"/>
              <a:t>7</a:t>
            </a:fld>
            <a:endParaRPr lang="fr-FR"/>
          </a:p>
        </p:txBody>
      </p:sp>
      <p:pic>
        <p:nvPicPr>
          <p:cNvPr id="7" name="Image 6">
            <a:extLst>
              <a:ext uri="{FF2B5EF4-FFF2-40B4-BE49-F238E27FC236}">
                <a16:creationId xmlns:a16="http://schemas.microsoft.com/office/drawing/2014/main" id="{0684064F-A5DD-B21B-A803-0ECB3D818508}"/>
              </a:ext>
            </a:extLst>
          </p:cNvPr>
          <p:cNvPicPr>
            <a:picLocks noChangeAspect="1"/>
          </p:cNvPicPr>
          <p:nvPr/>
        </p:nvPicPr>
        <p:blipFill>
          <a:blip r:embed="rId4"/>
          <a:srcRect l="13846" t="20787" r="12054" b="20741"/>
          <a:stretch>
            <a:fillRect/>
          </a:stretch>
        </p:blipFill>
        <p:spPr>
          <a:xfrm>
            <a:off x="6678618" y="3429000"/>
            <a:ext cx="4953825" cy="2606042"/>
          </a:xfrm>
          <a:prstGeom prst="rect">
            <a:avLst/>
          </a:prstGeom>
          <a:scene3d>
            <a:camera prst="orthographicFront">
              <a:rot lat="0" lon="21599984" rev="0"/>
            </a:camera>
            <a:lightRig rig="threePt" dir="t"/>
          </a:scene3d>
        </p:spPr>
      </p:pic>
      <p:cxnSp>
        <p:nvCxnSpPr>
          <p:cNvPr id="11" name="Connecteur droit 10">
            <a:extLst>
              <a:ext uri="{FF2B5EF4-FFF2-40B4-BE49-F238E27FC236}">
                <a16:creationId xmlns:a16="http://schemas.microsoft.com/office/drawing/2014/main" id="{C92D3636-9A53-D1FD-6647-A32AEF67A148}"/>
              </a:ext>
            </a:extLst>
          </p:cNvPr>
          <p:cNvCxnSpPr/>
          <p:nvPr/>
        </p:nvCxnSpPr>
        <p:spPr>
          <a:xfrm flipV="1">
            <a:off x="6096000" y="2688609"/>
            <a:ext cx="0" cy="3667741"/>
          </a:xfrm>
          <a:prstGeom prst="line">
            <a:avLst/>
          </a:prstGeom>
          <a:ln w="28575"/>
        </p:spPr>
        <p:style>
          <a:lnRef idx="2">
            <a:schemeClr val="accent1"/>
          </a:lnRef>
          <a:fillRef idx="0">
            <a:schemeClr val="accent1"/>
          </a:fillRef>
          <a:effectRef idx="1">
            <a:schemeClr val="accent1"/>
          </a:effectRef>
          <a:fontRef idx="minor">
            <a:schemeClr val="tx1"/>
          </a:fontRef>
        </p:style>
      </p:cxnSp>
      <p:sp>
        <p:nvSpPr>
          <p:cNvPr id="12" name="ZoneTexte 11">
            <a:extLst>
              <a:ext uri="{FF2B5EF4-FFF2-40B4-BE49-F238E27FC236}">
                <a16:creationId xmlns:a16="http://schemas.microsoft.com/office/drawing/2014/main" id="{05DE0B19-5C55-A93A-6D48-01ED7A006BB0}"/>
              </a:ext>
            </a:extLst>
          </p:cNvPr>
          <p:cNvSpPr txBox="1"/>
          <p:nvPr/>
        </p:nvSpPr>
        <p:spPr>
          <a:xfrm>
            <a:off x="613991" y="1535373"/>
            <a:ext cx="4844955" cy="1015663"/>
          </a:xfrm>
          <a:prstGeom prst="rect">
            <a:avLst/>
          </a:prstGeom>
          <a:noFill/>
        </p:spPr>
        <p:txBody>
          <a:bodyPr wrap="square" rtlCol="0">
            <a:spAutoFit/>
          </a:bodyPr>
          <a:lstStyle/>
          <a:p>
            <a:r>
              <a:rPr lang="en-US" sz="2000">
                <a:solidFill>
                  <a:schemeClr val="accent1"/>
                </a:solidFill>
              </a:rPr>
              <a:t>En </a:t>
            </a:r>
            <a:r>
              <a:rPr lang="en-US" sz="2000" err="1">
                <a:solidFill>
                  <a:schemeClr val="accent1"/>
                </a:solidFill>
              </a:rPr>
              <a:t>cas</a:t>
            </a:r>
            <a:r>
              <a:rPr lang="en-US" sz="2000">
                <a:solidFill>
                  <a:schemeClr val="accent1"/>
                </a:solidFill>
              </a:rPr>
              <a:t> de </a:t>
            </a:r>
            <a:r>
              <a:rPr lang="en-US" sz="2000" err="1">
                <a:solidFill>
                  <a:schemeClr val="accent1"/>
                </a:solidFill>
              </a:rPr>
              <a:t>Rejet</a:t>
            </a:r>
            <a:r>
              <a:rPr lang="en-US" sz="2000">
                <a:solidFill>
                  <a:schemeClr val="accent1"/>
                </a:solidFill>
              </a:rPr>
              <a:t> :</a:t>
            </a:r>
          </a:p>
          <a:p>
            <a:pPr marL="285750" indent="-285750">
              <a:buFont typeface="Wingdings" panose="05000000000000000000" pitchFamily="2" charset="2"/>
              <a:buChar char="à"/>
            </a:pPr>
            <a:r>
              <a:rPr lang="en-US" sz="2000">
                <a:solidFill>
                  <a:schemeClr val="accent1"/>
                </a:solidFill>
                <a:sym typeface="Wingdings" panose="05000000000000000000" pitchFamily="2" charset="2"/>
              </a:rPr>
              <a:t>Source du </a:t>
            </a:r>
            <a:r>
              <a:rPr lang="en-US" sz="2000" err="1">
                <a:solidFill>
                  <a:schemeClr val="accent1"/>
                </a:solidFill>
                <a:sym typeface="Wingdings" panose="05000000000000000000" pitchFamily="2" charset="2"/>
              </a:rPr>
              <a:t>rejet</a:t>
            </a:r>
            <a:endParaRPr lang="en-US" sz="2000">
              <a:solidFill>
                <a:schemeClr val="accent1"/>
              </a:solidFill>
              <a:sym typeface="Wingdings" panose="05000000000000000000" pitchFamily="2" charset="2"/>
            </a:endParaRPr>
          </a:p>
          <a:p>
            <a:pPr marL="285750" indent="-285750">
              <a:buFont typeface="Wingdings" panose="05000000000000000000" pitchFamily="2" charset="2"/>
              <a:buChar char="à"/>
            </a:pPr>
            <a:r>
              <a:rPr lang="en-US" sz="2000">
                <a:solidFill>
                  <a:schemeClr val="accent1"/>
                </a:solidFill>
                <a:sym typeface="Wingdings" panose="05000000000000000000" pitchFamily="2" charset="2"/>
              </a:rPr>
              <a:t>Identification du service </a:t>
            </a:r>
            <a:r>
              <a:rPr lang="en-US" sz="2000" err="1">
                <a:solidFill>
                  <a:schemeClr val="accent1"/>
                </a:solidFill>
                <a:sym typeface="Wingdings" panose="05000000000000000000" pitchFamily="2" charset="2"/>
              </a:rPr>
              <a:t>responsable</a:t>
            </a:r>
            <a:endParaRPr lang="en-US" sz="2000">
              <a:solidFill>
                <a:schemeClr val="accent1"/>
              </a:solidFill>
            </a:endParaRPr>
          </a:p>
        </p:txBody>
      </p:sp>
      <p:sp>
        <p:nvSpPr>
          <p:cNvPr id="13" name="ZoneTexte 12">
            <a:extLst>
              <a:ext uri="{FF2B5EF4-FFF2-40B4-BE49-F238E27FC236}">
                <a16:creationId xmlns:a16="http://schemas.microsoft.com/office/drawing/2014/main" id="{5B65C1D1-611D-B3D5-7FD9-CC69CA39FAD4}"/>
              </a:ext>
            </a:extLst>
          </p:cNvPr>
          <p:cNvSpPr txBox="1"/>
          <p:nvPr/>
        </p:nvSpPr>
        <p:spPr>
          <a:xfrm>
            <a:off x="6584060" y="1604159"/>
            <a:ext cx="5314506" cy="1015663"/>
          </a:xfrm>
          <a:prstGeom prst="rect">
            <a:avLst/>
          </a:prstGeom>
          <a:noFill/>
        </p:spPr>
        <p:txBody>
          <a:bodyPr wrap="square" rtlCol="0">
            <a:spAutoFit/>
          </a:bodyPr>
          <a:lstStyle/>
          <a:p>
            <a:r>
              <a:rPr lang="en-US" sz="2000" err="1">
                <a:solidFill>
                  <a:schemeClr val="accent1"/>
                </a:solidFill>
              </a:rPr>
              <a:t>Chaque</a:t>
            </a:r>
            <a:r>
              <a:rPr lang="en-US" sz="2000">
                <a:solidFill>
                  <a:schemeClr val="accent1"/>
                </a:solidFill>
              </a:rPr>
              <a:t> </a:t>
            </a:r>
            <a:r>
              <a:rPr lang="en-US" sz="2000" err="1">
                <a:solidFill>
                  <a:schemeClr val="accent1"/>
                </a:solidFill>
              </a:rPr>
              <a:t>demande</a:t>
            </a:r>
            <a:r>
              <a:rPr lang="en-US" sz="2000">
                <a:solidFill>
                  <a:schemeClr val="accent1"/>
                </a:solidFill>
              </a:rPr>
              <a:t> est </a:t>
            </a:r>
            <a:r>
              <a:rPr lang="en-US" sz="2000" err="1">
                <a:solidFill>
                  <a:schemeClr val="accent1"/>
                </a:solidFill>
              </a:rPr>
              <a:t>stockée</a:t>
            </a:r>
            <a:r>
              <a:rPr lang="en-US" sz="2000">
                <a:solidFill>
                  <a:schemeClr val="accent1"/>
                </a:solidFill>
              </a:rPr>
              <a:t> </a:t>
            </a:r>
            <a:endParaRPr lang="en-US" sz="2000">
              <a:solidFill>
                <a:schemeClr val="accent1"/>
              </a:solidFill>
              <a:sym typeface="Wingdings" panose="05000000000000000000" pitchFamily="2" charset="2"/>
            </a:endParaRPr>
          </a:p>
          <a:p>
            <a:pPr marL="342900" indent="-342900">
              <a:buFont typeface="Wingdings" panose="05000000000000000000" pitchFamily="2" charset="2"/>
              <a:buChar char="à"/>
            </a:pPr>
            <a:r>
              <a:rPr lang="en-US" sz="2000">
                <a:solidFill>
                  <a:schemeClr val="accent1"/>
                </a:solidFill>
                <a:sym typeface="Wingdings" panose="05000000000000000000" pitchFamily="2" charset="2"/>
              </a:rPr>
              <a:t>Stockage </a:t>
            </a:r>
            <a:r>
              <a:rPr lang="en-US" sz="2000" err="1">
                <a:solidFill>
                  <a:schemeClr val="accent1"/>
                </a:solidFill>
                <a:sym typeface="Wingdings" panose="05000000000000000000" pitchFamily="2" charset="2"/>
              </a:rPr>
              <a:t>mémoire</a:t>
            </a:r>
            <a:r>
              <a:rPr lang="en-US" sz="2000">
                <a:solidFill>
                  <a:schemeClr val="accent1"/>
                </a:solidFill>
                <a:sym typeface="Wingdings" panose="05000000000000000000" pitchFamily="2" charset="2"/>
              </a:rPr>
              <a:t> pour les </a:t>
            </a:r>
            <a:r>
              <a:rPr lang="en-US" sz="2000" err="1">
                <a:solidFill>
                  <a:schemeClr val="accent1"/>
                </a:solidFill>
                <a:sym typeface="Wingdings" panose="05000000000000000000" pitchFamily="2" charset="2"/>
              </a:rPr>
              <a:t>démonstrations</a:t>
            </a:r>
            <a:endParaRPr lang="en-US" sz="2000">
              <a:solidFill>
                <a:schemeClr val="accent1"/>
              </a:solidFill>
              <a:sym typeface="Wingdings" panose="05000000000000000000" pitchFamily="2" charset="2"/>
            </a:endParaRPr>
          </a:p>
          <a:p>
            <a:pPr marL="342900" indent="-342900">
              <a:buFont typeface="Wingdings" panose="05000000000000000000" pitchFamily="2" charset="2"/>
              <a:buChar char="à"/>
            </a:pPr>
            <a:r>
              <a:rPr lang="en-US" sz="2000">
                <a:solidFill>
                  <a:schemeClr val="accent1"/>
                </a:solidFill>
                <a:sym typeface="Wingdings" panose="05000000000000000000" pitchFamily="2" charset="2"/>
              </a:rPr>
              <a:t>Pas de base de donnée</a:t>
            </a:r>
            <a:endParaRPr lang="en-US" sz="2000">
              <a:solidFill>
                <a:schemeClr val="accent1"/>
              </a:solidFill>
            </a:endParaRPr>
          </a:p>
        </p:txBody>
      </p:sp>
      <p:pic>
        <p:nvPicPr>
          <p:cNvPr id="14" name="Picture 2" descr="Un Chimpanzé Assis Avec Un Fond Transparent PNG , Un Chimpanzé Assis Avec  Un Fond Transparent PNG , Un Chimpanzé Assis, Chimpanzé Image PNG pour le  téléchargement libre">
            <a:extLst>
              <a:ext uri="{FF2B5EF4-FFF2-40B4-BE49-F238E27FC236}">
                <a16:creationId xmlns:a16="http://schemas.microsoft.com/office/drawing/2014/main" id="{ADA2D380-1030-620C-123A-52208F7CDEAA}"/>
              </a:ext>
            </a:extLst>
          </p:cNvPr>
          <p:cNvPicPr>
            <a:picLocks noChangeAspect="1" noChangeArrowheads="1"/>
          </p:cNvPicPr>
          <p:nvPr/>
        </p:nvPicPr>
        <p:blipFill>
          <a:blip r:embed="rId5">
            <a:duotone>
              <a:schemeClr val="accent1">
                <a:shade val="45000"/>
                <a:satMod val="135000"/>
              </a:schemeClr>
              <a:prstClr val="white"/>
            </a:duotone>
            <a:extLst>
              <a:ext uri="{BEBA8EAE-BF5A-486C-A8C5-ECC9F3942E4B}">
                <a14:imgProps xmlns:a14="http://schemas.microsoft.com/office/drawing/2010/main">
                  <a14:imgLayer r:embed="rId6">
                    <a14:imgEffect>
                      <a14:backgroundRemoval t="9778" b="95556" l="9778" r="89778">
                        <a14:foregroundMark x1="28000" y1="55556" x2="12444" y2="76000"/>
                        <a14:foregroundMark x1="12444" y1="76000" x2="10222" y2="83111"/>
                        <a14:foregroundMark x1="10222" y1="83111" x2="21333" y2="95556"/>
                      </a14:backgroundRemoval>
                    </a14:imgEffect>
                  </a14:imgLayer>
                </a14:imgProps>
              </a:ext>
              <a:ext uri="{28A0092B-C50C-407E-A947-70E740481C1C}">
                <a14:useLocalDpi xmlns:a14="http://schemas.microsoft.com/office/drawing/2010/main" val="0"/>
              </a:ext>
            </a:extLst>
          </a:blip>
          <a:srcRect/>
          <a:stretch>
            <a:fillRect/>
          </a:stretch>
        </p:blipFill>
        <p:spPr bwMode="auto">
          <a:xfrm>
            <a:off x="1565801" y="4558963"/>
            <a:ext cx="420577" cy="4205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8414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A32A5-2556-AEA7-7345-1522358561C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7C40033-491D-7823-F3EC-8A15FDCAA737}"/>
              </a:ext>
            </a:extLst>
          </p:cNvPr>
          <p:cNvSpPr>
            <a:spLocks noGrp="1"/>
          </p:cNvSpPr>
          <p:nvPr>
            <p:ph type="title"/>
          </p:nvPr>
        </p:nvSpPr>
        <p:spPr>
          <a:xfrm>
            <a:off x="225453" y="2777565"/>
            <a:ext cx="3133636" cy="1325563"/>
          </a:xfrm>
        </p:spPr>
        <p:txBody>
          <a:bodyPr>
            <a:normAutofit fontScale="90000"/>
          </a:bodyPr>
          <a:lstStyle/>
          <a:p>
            <a:pPr algn="ctr"/>
            <a:r>
              <a:rPr lang="fr-FR" b="1">
                <a:solidFill>
                  <a:schemeClr val="accent1"/>
                </a:solidFill>
              </a:rPr>
              <a:t>5. Déroulement logique d’une</a:t>
            </a:r>
            <a:br>
              <a:rPr lang="fr-FR" b="1">
                <a:solidFill>
                  <a:schemeClr val="accent1"/>
                </a:solidFill>
              </a:rPr>
            </a:br>
            <a:r>
              <a:rPr lang="fr-FR" b="1">
                <a:solidFill>
                  <a:schemeClr val="accent1"/>
                </a:solidFill>
              </a:rPr>
              <a:t>DEMANDE</a:t>
            </a:r>
            <a:endParaRPr lang="fr-FR">
              <a:solidFill>
                <a:schemeClr val="accent1"/>
              </a:solidFill>
            </a:endParaRPr>
          </a:p>
        </p:txBody>
      </p:sp>
      <p:sp>
        <p:nvSpPr>
          <p:cNvPr id="3" name="Espace réservé du numéro de diapositive 2">
            <a:extLst>
              <a:ext uri="{FF2B5EF4-FFF2-40B4-BE49-F238E27FC236}">
                <a16:creationId xmlns:a16="http://schemas.microsoft.com/office/drawing/2014/main" id="{34FA702E-3F7D-6FC2-5A31-7FFBA2A3448E}"/>
              </a:ext>
            </a:extLst>
          </p:cNvPr>
          <p:cNvSpPr>
            <a:spLocks noGrp="1"/>
          </p:cNvSpPr>
          <p:nvPr>
            <p:ph type="sldNum" sz="quarter" idx="12"/>
          </p:nvPr>
        </p:nvSpPr>
        <p:spPr/>
        <p:txBody>
          <a:bodyPr/>
          <a:lstStyle/>
          <a:p>
            <a:fld id="{C78954A9-0B93-8447-8914-95EE09401EEE}" type="slidenum">
              <a:rPr lang="fr-FR" smtClean="0"/>
              <a:t>8</a:t>
            </a:fld>
            <a:endParaRPr lang="fr-FR"/>
          </a:p>
        </p:txBody>
      </p:sp>
      <p:pic>
        <p:nvPicPr>
          <p:cNvPr id="6" name="Image 5">
            <a:extLst>
              <a:ext uri="{FF2B5EF4-FFF2-40B4-BE49-F238E27FC236}">
                <a16:creationId xmlns:a16="http://schemas.microsoft.com/office/drawing/2014/main" id="{75B62D90-525C-7F4C-E54D-30291821CE37}"/>
              </a:ext>
            </a:extLst>
          </p:cNvPr>
          <p:cNvPicPr>
            <a:picLocks noChangeAspect="1"/>
          </p:cNvPicPr>
          <p:nvPr/>
        </p:nvPicPr>
        <p:blipFill>
          <a:blip r:embed="rId3"/>
          <a:srcRect l="11098" t="14658" r="9843" b="22871"/>
          <a:stretch>
            <a:fillRect/>
          </a:stretch>
        </p:blipFill>
        <p:spPr>
          <a:xfrm>
            <a:off x="3564812" y="0"/>
            <a:ext cx="7788988" cy="4103129"/>
          </a:xfrm>
          <a:prstGeom prst="rect">
            <a:avLst/>
          </a:prstGeom>
        </p:spPr>
      </p:pic>
      <p:pic>
        <p:nvPicPr>
          <p:cNvPr id="8" name="Image 7">
            <a:extLst>
              <a:ext uri="{FF2B5EF4-FFF2-40B4-BE49-F238E27FC236}">
                <a16:creationId xmlns:a16="http://schemas.microsoft.com/office/drawing/2014/main" id="{B38F3D49-CE31-C19F-B1A7-24E88F95F4F6}"/>
              </a:ext>
            </a:extLst>
          </p:cNvPr>
          <p:cNvPicPr>
            <a:picLocks noChangeAspect="1"/>
          </p:cNvPicPr>
          <p:nvPr/>
        </p:nvPicPr>
        <p:blipFill>
          <a:blip r:embed="rId4"/>
          <a:srcRect l="10628" t="32469" r="3961" b="13471"/>
          <a:stretch>
            <a:fillRect/>
          </a:stretch>
        </p:blipFill>
        <p:spPr>
          <a:xfrm>
            <a:off x="3564812" y="3794125"/>
            <a:ext cx="8200434" cy="3063875"/>
          </a:xfrm>
          <a:prstGeom prst="rect">
            <a:avLst/>
          </a:prstGeom>
        </p:spPr>
      </p:pic>
      <p:pic>
        <p:nvPicPr>
          <p:cNvPr id="16" name="Image 15">
            <a:extLst>
              <a:ext uri="{FF2B5EF4-FFF2-40B4-BE49-F238E27FC236}">
                <a16:creationId xmlns:a16="http://schemas.microsoft.com/office/drawing/2014/main" id="{FDD03266-9C06-0D7B-7D29-9E67E66BC3C6}"/>
              </a:ext>
            </a:extLst>
          </p:cNvPr>
          <p:cNvPicPr>
            <a:picLocks noChangeAspect="1"/>
          </p:cNvPicPr>
          <p:nvPr/>
        </p:nvPicPr>
        <p:blipFill>
          <a:blip r:embed="rId5"/>
          <a:stretch>
            <a:fillRect/>
          </a:stretch>
        </p:blipFill>
        <p:spPr>
          <a:xfrm>
            <a:off x="10566560" y="1133079"/>
            <a:ext cx="992963" cy="4565972"/>
          </a:xfrm>
          <a:prstGeom prst="rect">
            <a:avLst/>
          </a:prstGeom>
        </p:spPr>
      </p:pic>
      <p:pic>
        <p:nvPicPr>
          <p:cNvPr id="18" name="Image 17">
            <a:extLst>
              <a:ext uri="{FF2B5EF4-FFF2-40B4-BE49-F238E27FC236}">
                <a16:creationId xmlns:a16="http://schemas.microsoft.com/office/drawing/2014/main" id="{0B38B1D8-2F87-0A06-B116-34754F98A2E8}"/>
              </a:ext>
            </a:extLst>
          </p:cNvPr>
          <p:cNvPicPr>
            <a:picLocks noChangeAspect="1"/>
          </p:cNvPicPr>
          <p:nvPr/>
        </p:nvPicPr>
        <p:blipFill>
          <a:blip r:embed="rId6"/>
          <a:stretch>
            <a:fillRect/>
          </a:stretch>
        </p:blipFill>
        <p:spPr>
          <a:xfrm>
            <a:off x="10625862" y="5455887"/>
            <a:ext cx="1038088" cy="554590"/>
          </a:xfrm>
          <a:prstGeom prst="rect">
            <a:avLst/>
          </a:prstGeom>
        </p:spPr>
      </p:pic>
      <p:pic>
        <p:nvPicPr>
          <p:cNvPr id="20" name="Image 19">
            <a:extLst>
              <a:ext uri="{FF2B5EF4-FFF2-40B4-BE49-F238E27FC236}">
                <a16:creationId xmlns:a16="http://schemas.microsoft.com/office/drawing/2014/main" id="{968A9C13-BCC3-27F2-4F17-1CFCA41D6369}"/>
              </a:ext>
            </a:extLst>
          </p:cNvPr>
          <p:cNvPicPr>
            <a:picLocks noChangeAspect="1"/>
          </p:cNvPicPr>
          <p:nvPr/>
        </p:nvPicPr>
        <p:blipFill>
          <a:blip r:embed="rId7"/>
          <a:stretch>
            <a:fillRect/>
          </a:stretch>
        </p:blipFill>
        <p:spPr>
          <a:xfrm>
            <a:off x="4178486" y="2634601"/>
            <a:ext cx="1821261" cy="338839"/>
          </a:xfrm>
          <a:prstGeom prst="rect">
            <a:avLst/>
          </a:prstGeom>
        </p:spPr>
      </p:pic>
      <p:pic>
        <p:nvPicPr>
          <p:cNvPr id="22" name="Image 21" descr="Une image contenant blanc, conception&#10;&#10;Le contenu généré par l’IA peut être incorrect.">
            <a:extLst>
              <a:ext uri="{FF2B5EF4-FFF2-40B4-BE49-F238E27FC236}">
                <a16:creationId xmlns:a16="http://schemas.microsoft.com/office/drawing/2014/main" id="{48408731-76D1-70C1-A79F-9B6A7E9CA03B}"/>
              </a:ext>
            </a:extLst>
          </p:cNvPr>
          <p:cNvPicPr>
            <a:picLocks noChangeAspect="1"/>
          </p:cNvPicPr>
          <p:nvPr/>
        </p:nvPicPr>
        <p:blipFill>
          <a:blip r:embed="rId8"/>
          <a:stretch>
            <a:fillRect/>
          </a:stretch>
        </p:blipFill>
        <p:spPr>
          <a:xfrm>
            <a:off x="3564812" y="1006597"/>
            <a:ext cx="457200" cy="5714878"/>
          </a:xfrm>
          <a:prstGeom prst="rect">
            <a:avLst/>
          </a:prstGeom>
        </p:spPr>
      </p:pic>
      <p:pic>
        <p:nvPicPr>
          <p:cNvPr id="31" name="Image 30">
            <a:extLst>
              <a:ext uri="{FF2B5EF4-FFF2-40B4-BE49-F238E27FC236}">
                <a16:creationId xmlns:a16="http://schemas.microsoft.com/office/drawing/2014/main" id="{28F5BEBF-56D2-B5D7-8FD0-986327C3DA7F}"/>
              </a:ext>
            </a:extLst>
          </p:cNvPr>
          <p:cNvPicPr>
            <a:picLocks noChangeAspect="1"/>
          </p:cNvPicPr>
          <p:nvPr/>
        </p:nvPicPr>
        <p:blipFill>
          <a:blip r:embed="rId9"/>
          <a:stretch>
            <a:fillRect/>
          </a:stretch>
        </p:blipFill>
        <p:spPr>
          <a:xfrm>
            <a:off x="4178485" y="6124001"/>
            <a:ext cx="3736321" cy="739053"/>
          </a:xfrm>
          <a:prstGeom prst="rect">
            <a:avLst/>
          </a:prstGeom>
        </p:spPr>
      </p:pic>
      <p:pic>
        <p:nvPicPr>
          <p:cNvPr id="29" name="Image 28">
            <a:extLst>
              <a:ext uri="{FF2B5EF4-FFF2-40B4-BE49-F238E27FC236}">
                <a16:creationId xmlns:a16="http://schemas.microsoft.com/office/drawing/2014/main" id="{D1B56E62-D2B1-F756-93E5-60F9DDCDD55D}"/>
              </a:ext>
            </a:extLst>
          </p:cNvPr>
          <p:cNvPicPr>
            <a:picLocks noChangeAspect="1"/>
          </p:cNvPicPr>
          <p:nvPr/>
        </p:nvPicPr>
        <p:blipFill>
          <a:blip r:embed="rId10"/>
          <a:stretch>
            <a:fillRect/>
          </a:stretch>
        </p:blipFill>
        <p:spPr>
          <a:xfrm>
            <a:off x="4221986" y="6201427"/>
            <a:ext cx="1031920" cy="334284"/>
          </a:xfrm>
          <a:prstGeom prst="rect">
            <a:avLst/>
          </a:prstGeom>
        </p:spPr>
      </p:pic>
      <p:pic>
        <p:nvPicPr>
          <p:cNvPr id="33" name="Image 32">
            <a:extLst>
              <a:ext uri="{FF2B5EF4-FFF2-40B4-BE49-F238E27FC236}">
                <a16:creationId xmlns:a16="http://schemas.microsoft.com/office/drawing/2014/main" id="{79E26854-9FF4-1FF9-2D33-69A3B73AAD27}"/>
              </a:ext>
            </a:extLst>
          </p:cNvPr>
          <p:cNvPicPr>
            <a:picLocks noChangeAspect="1"/>
          </p:cNvPicPr>
          <p:nvPr/>
        </p:nvPicPr>
        <p:blipFill>
          <a:blip r:embed="rId11"/>
          <a:stretch>
            <a:fillRect/>
          </a:stretch>
        </p:blipFill>
        <p:spPr>
          <a:xfrm>
            <a:off x="4221986" y="3929908"/>
            <a:ext cx="1534237" cy="346441"/>
          </a:xfrm>
          <a:prstGeom prst="rect">
            <a:avLst/>
          </a:prstGeom>
        </p:spPr>
      </p:pic>
      <p:pic>
        <p:nvPicPr>
          <p:cNvPr id="37" name="Image 36">
            <a:extLst>
              <a:ext uri="{FF2B5EF4-FFF2-40B4-BE49-F238E27FC236}">
                <a16:creationId xmlns:a16="http://schemas.microsoft.com/office/drawing/2014/main" id="{F69779CF-1BEB-40BB-ED84-4A040EA4F14E}"/>
              </a:ext>
            </a:extLst>
          </p:cNvPr>
          <p:cNvPicPr>
            <a:picLocks noChangeAspect="1"/>
          </p:cNvPicPr>
          <p:nvPr/>
        </p:nvPicPr>
        <p:blipFill>
          <a:blip r:embed="rId12"/>
          <a:stretch>
            <a:fillRect/>
          </a:stretch>
        </p:blipFill>
        <p:spPr>
          <a:xfrm>
            <a:off x="4163495" y="4504631"/>
            <a:ext cx="1724855" cy="364136"/>
          </a:xfrm>
          <a:prstGeom prst="rect">
            <a:avLst/>
          </a:prstGeom>
        </p:spPr>
      </p:pic>
    </p:spTree>
    <p:extLst>
      <p:ext uri="{BB962C8B-B14F-4D97-AF65-F5344CB8AC3E}">
        <p14:creationId xmlns:p14="http://schemas.microsoft.com/office/powerpoint/2010/main" val="3935669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73757-D0C8-2E90-51D8-6072C6FB8FF9}"/>
            </a:ext>
          </a:extLst>
        </p:cNvPr>
        <p:cNvGrpSpPr/>
        <p:nvPr/>
      </p:nvGrpSpPr>
      <p:grpSpPr>
        <a:xfrm>
          <a:off x="0" y="0"/>
          <a:ext cx="0" cy="0"/>
          <a:chOff x="0" y="0"/>
          <a:chExt cx="0" cy="0"/>
        </a:xfrm>
      </p:grpSpPr>
      <p:pic>
        <p:nvPicPr>
          <p:cNvPr id="5" name="Image 4" descr="Une image contenant noir, obscurité, espace, étoile&#10;&#10;Le contenu généré par l’IA peut être incorrect.">
            <a:extLst>
              <a:ext uri="{FF2B5EF4-FFF2-40B4-BE49-F238E27FC236}">
                <a16:creationId xmlns:a16="http://schemas.microsoft.com/office/drawing/2014/main" id="{4E46E559-89E6-6F72-EA03-C3A1E292D31E}"/>
              </a:ext>
            </a:extLst>
          </p:cNvPr>
          <p:cNvPicPr>
            <a:picLocks noChangeAspect="1"/>
          </p:cNvPicPr>
          <p:nvPr/>
        </p:nvPicPr>
        <p:blipFill>
          <a:blip r:embed="rId3"/>
          <a:stretch>
            <a:fillRect/>
          </a:stretch>
        </p:blipFill>
        <p:spPr>
          <a:xfrm>
            <a:off x="0" y="0"/>
            <a:ext cx="12854354" cy="35360220"/>
          </a:xfrm>
          <a:prstGeom prst="rect">
            <a:avLst/>
          </a:prstGeom>
        </p:spPr>
      </p:pic>
      <p:sp>
        <p:nvSpPr>
          <p:cNvPr id="3" name="Espace réservé du numéro de diapositive 2">
            <a:extLst>
              <a:ext uri="{FF2B5EF4-FFF2-40B4-BE49-F238E27FC236}">
                <a16:creationId xmlns:a16="http://schemas.microsoft.com/office/drawing/2014/main" id="{3224C503-08CB-E66F-FC6B-DB183BE92DEB}"/>
              </a:ext>
            </a:extLst>
          </p:cNvPr>
          <p:cNvSpPr>
            <a:spLocks noGrp="1"/>
          </p:cNvSpPr>
          <p:nvPr>
            <p:ph type="sldNum" sz="quarter" idx="12"/>
          </p:nvPr>
        </p:nvSpPr>
        <p:spPr/>
        <p:txBody>
          <a:bodyPr/>
          <a:lstStyle/>
          <a:p>
            <a:fld id="{C78954A9-0B93-8447-8914-95EE09401EEE}" type="slidenum">
              <a:rPr lang="fr-FR" smtClean="0"/>
              <a:t>9</a:t>
            </a:fld>
            <a:endParaRPr lang="fr-FR"/>
          </a:p>
        </p:txBody>
      </p:sp>
      <p:pic>
        <p:nvPicPr>
          <p:cNvPr id="23556" name="Picture 4" descr="DEMO GIFs on GIPHY - Be Animated">
            <a:extLst>
              <a:ext uri="{FF2B5EF4-FFF2-40B4-BE49-F238E27FC236}">
                <a16:creationId xmlns:a16="http://schemas.microsoft.com/office/drawing/2014/main" id="{F881D53C-30D4-075A-C143-75895FE0C9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2622" y="654355"/>
            <a:ext cx="5635870" cy="62620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9868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ADEC7-F2ED-D34E-900E-2997EC6592B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6916E22-A024-AE6D-DB1B-07D93C058BF8}"/>
              </a:ext>
            </a:extLst>
          </p:cNvPr>
          <p:cNvSpPr>
            <a:spLocks noGrp="1"/>
          </p:cNvSpPr>
          <p:nvPr>
            <p:ph type="title"/>
          </p:nvPr>
        </p:nvSpPr>
        <p:spPr>
          <a:xfrm>
            <a:off x="173678" y="136525"/>
            <a:ext cx="11445658" cy="1325563"/>
          </a:xfrm>
        </p:spPr>
        <p:txBody>
          <a:bodyPr>
            <a:normAutofit/>
          </a:bodyPr>
          <a:lstStyle/>
          <a:p>
            <a:pPr algn="ctr"/>
            <a:r>
              <a:rPr lang="fr-FR" b="1">
                <a:solidFill>
                  <a:schemeClr val="accent1"/>
                </a:solidFill>
              </a:rPr>
              <a:t>CONCLUSION projet </a:t>
            </a:r>
            <a:endParaRPr lang="fr-FR">
              <a:solidFill>
                <a:schemeClr val="accent1"/>
              </a:solidFill>
            </a:endParaRPr>
          </a:p>
        </p:txBody>
      </p:sp>
      <p:sp>
        <p:nvSpPr>
          <p:cNvPr id="3" name="Espace réservé du numéro de diapositive 2">
            <a:extLst>
              <a:ext uri="{FF2B5EF4-FFF2-40B4-BE49-F238E27FC236}">
                <a16:creationId xmlns:a16="http://schemas.microsoft.com/office/drawing/2014/main" id="{363E455B-0671-AE53-2DB1-D3A4FFB83AC0}"/>
              </a:ext>
            </a:extLst>
          </p:cNvPr>
          <p:cNvSpPr>
            <a:spLocks noGrp="1"/>
          </p:cNvSpPr>
          <p:nvPr>
            <p:ph type="sldNum" sz="quarter" idx="12"/>
          </p:nvPr>
        </p:nvSpPr>
        <p:spPr/>
        <p:txBody>
          <a:bodyPr/>
          <a:lstStyle/>
          <a:p>
            <a:fld id="{C78954A9-0B93-8447-8914-95EE09401EEE}" type="slidenum">
              <a:rPr lang="fr-FR" smtClean="0"/>
              <a:t>10</a:t>
            </a:fld>
            <a:endParaRPr lang="fr-FR"/>
          </a:p>
        </p:txBody>
      </p:sp>
      <p:pic>
        <p:nvPicPr>
          <p:cNvPr id="6" name="Image 5">
            <a:extLst>
              <a:ext uri="{FF2B5EF4-FFF2-40B4-BE49-F238E27FC236}">
                <a16:creationId xmlns:a16="http://schemas.microsoft.com/office/drawing/2014/main" id="{574B7582-48E4-867B-3A72-67B3BE6F5532}"/>
              </a:ext>
            </a:extLst>
          </p:cNvPr>
          <p:cNvPicPr>
            <a:picLocks noChangeAspect="1"/>
          </p:cNvPicPr>
          <p:nvPr/>
        </p:nvPicPr>
        <p:blipFill>
          <a:blip r:embed="rId3"/>
          <a:srcRect l="14384" t="21409" r="15071" b="8827"/>
          <a:stretch>
            <a:fillRect/>
          </a:stretch>
        </p:blipFill>
        <p:spPr>
          <a:xfrm>
            <a:off x="1992822" y="1447752"/>
            <a:ext cx="8206355" cy="5410248"/>
          </a:xfrm>
          <a:prstGeom prst="rect">
            <a:avLst/>
          </a:prstGeom>
        </p:spPr>
      </p:pic>
      <p:pic>
        <p:nvPicPr>
          <p:cNvPr id="4" name="Picture 2" descr="Singe Sur Une Branche Isolée Sur Fond Transparent PNG , Singe, Singe  Mignon, Animal Image PNG pour le téléchargement libre">
            <a:extLst>
              <a:ext uri="{FF2B5EF4-FFF2-40B4-BE49-F238E27FC236}">
                <a16:creationId xmlns:a16="http://schemas.microsoft.com/office/drawing/2014/main" id="{3DFA65A5-5A60-B759-2D84-0E3A62DEEC3B}"/>
              </a:ext>
            </a:extLst>
          </p:cNvPr>
          <p:cNvPicPr>
            <a:picLocks noChangeAspect="1" noChangeArrowheads="1"/>
          </p:cNvPicPr>
          <p:nvPr/>
        </p:nvPicPr>
        <p:blipFill>
          <a:blip r:embed="rId4">
            <a:duotone>
              <a:prstClr val="black"/>
              <a:schemeClr val="accent1">
                <a:tint val="45000"/>
                <a:satMod val="400000"/>
              </a:schemeClr>
            </a:duotone>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5826917" y="2032000"/>
            <a:ext cx="538163" cy="538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9548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C82B66B-7985-5B37-F778-79349D283B8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C34EEB2-1FB6-7C8C-B3AC-8E2CFCDDF976}"/>
              </a:ext>
            </a:extLst>
          </p:cNvPr>
          <p:cNvSpPr>
            <a:spLocks noGrp="1"/>
          </p:cNvSpPr>
          <p:nvPr>
            <p:ph type="title"/>
          </p:nvPr>
        </p:nvSpPr>
        <p:spPr>
          <a:xfrm>
            <a:off x="643002" y="136525"/>
            <a:ext cx="11445658" cy="1325563"/>
          </a:xfrm>
        </p:spPr>
        <p:txBody>
          <a:bodyPr>
            <a:normAutofit/>
          </a:bodyPr>
          <a:lstStyle/>
          <a:p>
            <a:pPr algn="ctr"/>
            <a:r>
              <a:rPr lang="fr-FR" b="1">
                <a:solidFill>
                  <a:schemeClr val="accent1"/>
                </a:solidFill>
              </a:rPr>
              <a:t>Explication de l’intérêt de chaque service </a:t>
            </a:r>
            <a:endParaRPr lang="fr-FR">
              <a:solidFill>
                <a:schemeClr val="accent1"/>
              </a:solidFill>
            </a:endParaRPr>
          </a:p>
        </p:txBody>
      </p:sp>
      <p:pic>
        <p:nvPicPr>
          <p:cNvPr id="4" name="Image 3">
            <a:extLst>
              <a:ext uri="{FF2B5EF4-FFF2-40B4-BE49-F238E27FC236}">
                <a16:creationId xmlns:a16="http://schemas.microsoft.com/office/drawing/2014/main" id="{2E53400B-0507-64F6-DE97-CB3950BD1676}"/>
              </a:ext>
            </a:extLst>
          </p:cNvPr>
          <p:cNvPicPr>
            <a:picLocks noChangeAspect="1"/>
          </p:cNvPicPr>
          <p:nvPr/>
        </p:nvPicPr>
        <p:blipFill>
          <a:blip r:embed="rId3"/>
          <a:stretch>
            <a:fillRect/>
          </a:stretch>
        </p:blipFill>
        <p:spPr>
          <a:xfrm>
            <a:off x="3864721" y="1238849"/>
            <a:ext cx="8223939" cy="5482626"/>
          </a:xfrm>
          <a:prstGeom prst="rect">
            <a:avLst/>
          </a:prstGeom>
        </p:spPr>
      </p:pic>
      <p:sp>
        <p:nvSpPr>
          <p:cNvPr id="3" name="Espace réservé du numéro de diapositive 2">
            <a:extLst>
              <a:ext uri="{FF2B5EF4-FFF2-40B4-BE49-F238E27FC236}">
                <a16:creationId xmlns:a16="http://schemas.microsoft.com/office/drawing/2014/main" id="{D2DC0641-89C8-2755-2323-A5DC744EBF38}"/>
              </a:ext>
            </a:extLst>
          </p:cNvPr>
          <p:cNvSpPr>
            <a:spLocks noGrp="1"/>
          </p:cNvSpPr>
          <p:nvPr>
            <p:ph type="sldNum" sz="quarter" idx="12"/>
          </p:nvPr>
        </p:nvSpPr>
        <p:spPr/>
        <p:txBody>
          <a:bodyPr/>
          <a:lstStyle/>
          <a:p>
            <a:fld id="{C78954A9-0B93-8447-8914-95EE09401EEE}" type="slidenum">
              <a:rPr lang="fr-FR" smtClean="0"/>
              <a:t>11</a:t>
            </a:fld>
            <a:endParaRPr lang="fr-FR"/>
          </a:p>
        </p:txBody>
      </p:sp>
      <p:sp>
        <p:nvSpPr>
          <p:cNvPr id="6" name="Titre 1">
            <a:extLst>
              <a:ext uri="{FF2B5EF4-FFF2-40B4-BE49-F238E27FC236}">
                <a16:creationId xmlns:a16="http://schemas.microsoft.com/office/drawing/2014/main" id="{9510AC1C-50C9-98D0-9827-0A281C6BFC97}"/>
              </a:ext>
            </a:extLst>
          </p:cNvPr>
          <p:cNvSpPr txBox="1">
            <a:spLocks/>
          </p:cNvSpPr>
          <p:nvPr/>
        </p:nvSpPr>
        <p:spPr>
          <a:xfrm>
            <a:off x="238556" y="1246775"/>
            <a:ext cx="1144565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b="1">
                <a:solidFill>
                  <a:srgbClr val="002060"/>
                </a:solidFill>
              </a:rPr>
              <a:t> 1. Orchestrateur</a:t>
            </a:r>
            <a:endParaRPr lang="fr-FR" sz="3200">
              <a:solidFill>
                <a:srgbClr val="002060"/>
              </a:solidFill>
            </a:endParaRPr>
          </a:p>
        </p:txBody>
      </p:sp>
    </p:spTree>
    <p:extLst>
      <p:ext uri="{BB962C8B-B14F-4D97-AF65-F5344CB8AC3E}">
        <p14:creationId xmlns:p14="http://schemas.microsoft.com/office/powerpoint/2010/main" val="543973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0ED48D9-D14D-3798-25F5-A357F364DF9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7EF9AD4-3270-B757-15F0-51653CCA4A2E}"/>
              </a:ext>
            </a:extLst>
          </p:cNvPr>
          <p:cNvSpPr>
            <a:spLocks noGrp="1"/>
          </p:cNvSpPr>
          <p:nvPr>
            <p:ph type="title"/>
          </p:nvPr>
        </p:nvSpPr>
        <p:spPr>
          <a:xfrm>
            <a:off x="643002" y="136525"/>
            <a:ext cx="11445658" cy="1325563"/>
          </a:xfrm>
        </p:spPr>
        <p:txBody>
          <a:bodyPr>
            <a:normAutofit/>
          </a:bodyPr>
          <a:lstStyle/>
          <a:p>
            <a:pPr algn="ctr"/>
            <a:r>
              <a:rPr lang="fr-FR" b="1">
                <a:solidFill>
                  <a:schemeClr val="accent1"/>
                </a:solidFill>
              </a:rPr>
              <a:t>Explication de l’intérêt de chaque service </a:t>
            </a:r>
            <a:endParaRPr lang="fr-FR">
              <a:solidFill>
                <a:schemeClr val="accent1"/>
              </a:solidFill>
            </a:endParaRPr>
          </a:p>
        </p:txBody>
      </p:sp>
      <p:sp>
        <p:nvSpPr>
          <p:cNvPr id="3" name="Espace réservé du numéro de diapositive 2">
            <a:extLst>
              <a:ext uri="{FF2B5EF4-FFF2-40B4-BE49-F238E27FC236}">
                <a16:creationId xmlns:a16="http://schemas.microsoft.com/office/drawing/2014/main" id="{0D32538C-2C68-567B-4C9D-CC3C221ADCAB}"/>
              </a:ext>
            </a:extLst>
          </p:cNvPr>
          <p:cNvSpPr>
            <a:spLocks noGrp="1"/>
          </p:cNvSpPr>
          <p:nvPr>
            <p:ph type="sldNum" sz="quarter" idx="12"/>
          </p:nvPr>
        </p:nvSpPr>
        <p:spPr/>
        <p:txBody>
          <a:bodyPr/>
          <a:lstStyle/>
          <a:p>
            <a:fld id="{C78954A9-0B93-8447-8914-95EE09401EEE}" type="slidenum">
              <a:rPr lang="fr-FR" smtClean="0"/>
              <a:t>12</a:t>
            </a:fld>
            <a:endParaRPr lang="fr-FR"/>
          </a:p>
        </p:txBody>
      </p:sp>
      <p:sp>
        <p:nvSpPr>
          <p:cNvPr id="6" name="Titre 1">
            <a:extLst>
              <a:ext uri="{FF2B5EF4-FFF2-40B4-BE49-F238E27FC236}">
                <a16:creationId xmlns:a16="http://schemas.microsoft.com/office/drawing/2014/main" id="{C753A8B8-AB8F-A814-8188-CE3ED17739C3}"/>
              </a:ext>
            </a:extLst>
          </p:cNvPr>
          <p:cNvSpPr txBox="1">
            <a:spLocks/>
          </p:cNvSpPr>
          <p:nvPr/>
        </p:nvSpPr>
        <p:spPr>
          <a:xfrm>
            <a:off x="238556" y="1246775"/>
            <a:ext cx="1144565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b="1">
                <a:solidFill>
                  <a:srgbClr val="002060"/>
                </a:solidFill>
              </a:rPr>
              <a:t>2. REST</a:t>
            </a:r>
            <a:endParaRPr lang="fr-FR" sz="3200">
              <a:solidFill>
                <a:srgbClr val="002060"/>
              </a:solidFill>
            </a:endParaRPr>
          </a:p>
        </p:txBody>
      </p:sp>
      <p:pic>
        <p:nvPicPr>
          <p:cNvPr id="5" name="Image 4">
            <a:extLst>
              <a:ext uri="{FF2B5EF4-FFF2-40B4-BE49-F238E27FC236}">
                <a16:creationId xmlns:a16="http://schemas.microsoft.com/office/drawing/2014/main" id="{0D7976A3-082A-1E9F-49C2-5D725FF044D7}"/>
              </a:ext>
            </a:extLst>
          </p:cNvPr>
          <p:cNvPicPr>
            <a:picLocks noChangeAspect="1"/>
          </p:cNvPicPr>
          <p:nvPr/>
        </p:nvPicPr>
        <p:blipFill>
          <a:blip r:embed="rId3"/>
          <a:srcRect l="7972" t="31595" r="13070" b="32432"/>
          <a:stretch>
            <a:fillRect/>
          </a:stretch>
        </p:blipFill>
        <p:spPr>
          <a:xfrm>
            <a:off x="4249865" y="2988103"/>
            <a:ext cx="7434349" cy="2257997"/>
          </a:xfrm>
          <a:prstGeom prst="rect">
            <a:avLst/>
          </a:prstGeom>
        </p:spPr>
      </p:pic>
    </p:spTree>
    <p:extLst>
      <p:ext uri="{BB962C8B-B14F-4D97-AF65-F5344CB8AC3E}">
        <p14:creationId xmlns:p14="http://schemas.microsoft.com/office/powerpoint/2010/main" val="2855533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E2D7877-3A1A-AB32-F288-19F825BFFAE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77D28B8-7AD4-39D3-806D-64C674E1B476}"/>
              </a:ext>
            </a:extLst>
          </p:cNvPr>
          <p:cNvSpPr>
            <a:spLocks noGrp="1"/>
          </p:cNvSpPr>
          <p:nvPr>
            <p:ph type="title"/>
          </p:nvPr>
        </p:nvSpPr>
        <p:spPr>
          <a:xfrm>
            <a:off x="643002" y="136525"/>
            <a:ext cx="11445658" cy="1325563"/>
          </a:xfrm>
        </p:spPr>
        <p:txBody>
          <a:bodyPr>
            <a:normAutofit/>
          </a:bodyPr>
          <a:lstStyle/>
          <a:p>
            <a:pPr algn="ctr"/>
            <a:r>
              <a:rPr lang="fr-FR" b="1">
                <a:solidFill>
                  <a:schemeClr val="accent1"/>
                </a:solidFill>
              </a:rPr>
              <a:t>Explication de l’intérêt de chaque service </a:t>
            </a:r>
            <a:endParaRPr lang="fr-FR">
              <a:solidFill>
                <a:schemeClr val="accent1"/>
              </a:solidFill>
            </a:endParaRPr>
          </a:p>
        </p:txBody>
      </p:sp>
      <p:sp>
        <p:nvSpPr>
          <p:cNvPr id="3" name="Espace réservé du numéro de diapositive 2">
            <a:extLst>
              <a:ext uri="{FF2B5EF4-FFF2-40B4-BE49-F238E27FC236}">
                <a16:creationId xmlns:a16="http://schemas.microsoft.com/office/drawing/2014/main" id="{75E7A31F-6840-7108-4154-03BE8A0F84F0}"/>
              </a:ext>
            </a:extLst>
          </p:cNvPr>
          <p:cNvSpPr>
            <a:spLocks noGrp="1"/>
          </p:cNvSpPr>
          <p:nvPr>
            <p:ph type="sldNum" sz="quarter" idx="12"/>
          </p:nvPr>
        </p:nvSpPr>
        <p:spPr/>
        <p:txBody>
          <a:bodyPr/>
          <a:lstStyle/>
          <a:p>
            <a:fld id="{C78954A9-0B93-8447-8914-95EE09401EEE}" type="slidenum">
              <a:rPr lang="fr-FR" smtClean="0"/>
              <a:t>13</a:t>
            </a:fld>
            <a:endParaRPr lang="fr-FR"/>
          </a:p>
        </p:txBody>
      </p:sp>
      <p:sp>
        <p:nvSpPr>
          <p:cNvPr id="6" name="Titre 1">
            <a:extLst>
              <a:ext uri="{FF2B5EF4-FFF2-40B4-BE49-F238E27FC236}">
                <a16:creationId xmlns:a16="http://schemas.microsoft.com/office/drawing/2014/main" id="{680E93B0-E4D2-01DC-B843-B139F01CB1E5}"/>
              </a:ext>
            </a:extLst>
          </p:cNvPr>
          <p:cNvSpPr txBox="1">
            <a:spLocks/>
          </p:cNvSpPr>
          <p:nvPr/>
        </p:nvSpPr>
        <p:spPr>
          <a:xfrm>
            <a:off x="238556" y="1246775"/>
            <a:ext cx="1144565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b="1">
                <a:solidFill>
                  <a:srgbClr val="002060"/>
                </a:solidFill>
              </a:rPr>
              <a:t>3. SOAP</a:t>
            </a:r>
            <a:endParaRPr lang="fr-FR" sz="3200">
              <a:solidFill>
                <a:srgbClr val="002060"/>
              </a:solidFill>
            </a:endParaRPr>
          </a:p>
        </p:txBody>
      </p:sp>
      <p:pic>
        <p:nvPicPr>
          <p:cNvPr id="4" name="Image 3">
            <a:extLst>
              <a:ext uri="{FF2B5EF4-FFF2-40B4-BE49-F238E27FC236}">
                <a16:creationId xmlns:a16="http://schemas.microsoft.com/office/drawing/2014/main" id="{844760B4-D5B3-D1C4-325A-02557895457B}"/>
              </a:ext>
            </a:extLst>
          </p:cNvPr>
          <p:cNvPicPr>
            <a:picLocks noChangeAspect="1"/>
          </p:cNvPicPr>
          <p:nvPr/>
        </p:nvPicPr>
        <p:blipFill>
          <a:blip r:embed="rId3"/>
          <a:srcRect l="13650" t="35101" r="14857" b="29265"/>
          <a:stretch>
            <a:fillRect/>
          </a:stretch>
        </p:blipFill>
        <p:spPr>
          <a:xfrm>
            <a:off x="4257520" y="2778368"/>
            <a:ext cx="7426694" cy="2467731"/>
          </a:xfrm>
          <a:prstGeom prst="rect">
            <a:avLst/>
          </a:prstGeom>
        </p:spPr>
      </p:pic>
    </p:spTree>
    <p:extLst>
      <p:ext uri="{BB962C8B-B14F-4D97-AF65-F5344CB8AC3E}">
        <p14:creationId xmlns:p14="http://schemas.microsoft.com/office/powerpoint/2010/main" val="11488821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7599C30-3E5B-F9F2-EE6B-2842BF7A585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098DC4E-993D-10A2-64DF-ED14A5A11390}"/>
              </a:ext>
            </a:extLst>
          </p:cNvPr>
          <p:cNvSpPr>
            <a:spLocks noGrp="1"/>
          </p:cNvSpPr>
          <p:nvPr>
            <p:ph type="title"/>
          </p:nvPr>
        </p:nvSpPr>
        <p:spPr>
          <a:xfrm>
            <a:off x="643002" y="136525"/>
            <a:ext cx="11445658" cy="1325563"/>
          </a:xfrm>
        </p:spPr>
        <p:txBody>
          <a:bodyPr>
            <a:normAutofit/>
          </a:bodyPr>
          <a:lstStyle/>
          <a:p>
            <a:pPr algn="ctr"/>
            <a:r>
              <a:rPr lang="fr-FR" b="1">
                <a:solidFill>
                  <a:schemeClr val="accent1"/>
                </a:solidFill>
              </a:rPr>
              <a:t>Explication de l’intérêt de chaque service </a:t>
            </a:r>
            <a:endParaRPr lang="fr-FR">
              <a:solidFill>
                <a:schemeClr val="accent1"/>
              </a:solidFill>
            </a:endParaRPr>
          </a:p>
        </p:txBody>
      </p:sp>
      <p:sp>
        <p:nvSpPr>
          <p:cNvPr id="3" name="Espace réservé du numéro de diapositive 2">
            <a:extLst>
              <a:ext uri="{FF2B5EF4-FFF2-40B4-BE49-F238E27FC236}">
                <a16:creationId xmlns:a16="http://schemas.microsoft.com/office/drawing/2014/main" id="{5D98772B-8940-5159-7F3F-F21A22087C76}"/>
              </a:ext>
            </a:extLst>
          </p:cNvPr>
          <p:cNvSpPr>
            <a:spLocks noGrp="1"/>
          </p:cNvSpPr>
          <p:nvPr>
            <p:ph type="sldNum" sz="quarter" idx="12"/>
          </p:nvPr>
        </p:nvSpPr>
        <p:spPr/>
        <p:txBody>
          <a:bodyPr/>
          <a:lstStyle/>
          <a:p>
            <a:fld id="{C78954A9-0B93-8447-8914-95EE09401EEE}" type="slidenum">
              <a:rPr lang="fr-FR" smtClean="0"/>
              <a:t>14</a:t>
            </a:fld>
            <a:endParaRPr lang="fr-FR"/>
          </a:p>
        </p:txBody>
      </p:sp>
      <p:sp>
        <p:nvSpPr>
          <p:cNvPr id="6" name="Titre 1">
            <a:extLst>
              <a:ext uri="{FF2B5EF4-FFF2-40B4-BE49-F238E27FC236}">
                <a16:creationId xmlns:a16="http://schemas.microsoft.com/office/drawing/2014/main" id="{B4D53A46-0FEA-3183-6219-02512E351FF5}"/>
              </a:ext>
            </a:extLst>
          </p:cNvPr>
          <p:cNvSpPr txBox="1">
            <a:spLocks/>
          </p:cNvSpPr>
          <p:nvPr/>
        </p:nvSpPr>
        <p:spPr>
          <a:xfrm>
            <a:off x="238556" y="1246775"/>
            <a:ext cx="1144565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b="1">
                <a:solidFill>
                  <a:srgbClr val="002060"/>
                </a:solidFill>
              </a:rPr>
              <a:t>4. </a:t>
            </a:r>
            <a:r>
              <a:rPr lang="fr-FR" sz="3200" b="1" err="1">
                <a:solidFill>
                  <a:srgbClr val="002060"/>
                </a:solidFill>
              </a:rPr>
              <a:t>gRPC</a:t>
            </a:r>
            <a:endParaRPr lang="fr-FR" sz="3200">
              <a:solidFill>
                <a:srgbClr val="002060"/>
              </a:solidFill>
            </a:endParaRPr>
          </a:p>
        </p:txBody>
      </p:sp>
      <p:pic>
        <p:nvPicPr>
          <p:cNvPr id="5" name="Image 4">
            <a:extLst>
              <a:ext uri="{FF2B5EF4-FFF2-40B4-BE49-F238E27FC236}">
                <a16:creationId xmlns:a16="http://schemas.microsoft.com/office/drawing/2014/main" id="{2582EF1E-AFB2-915C-7E9E-F64A17EE8680}"/>
              </a:ext>
            </a:extLst>
          </p:cNvPr>
          <p:cNvPicPr>
            <a:picLocks noChangeAspect="1"/>
          </p:cNvPicPr>
          <p:nvPr/>
        </p:nvPicPr>
        <p:blipFill>
          <a:blip r:embed="rId3"/>
          <a:srcRect l="8469" t="24548" r="8274" b="22512"/>
          <a:stretch>
            <a:fillRect/>
          </a:stretch>
        </p:blipFill>
        <p:spPr>
          <a:xfrm>
            <a:off x="5375031" y="2572338"/>
            <a:ext cx="6471138" cy="2743200"/>
          </a:xfrm>
          <a:prstGeom prst="rect">
            <a:avLst/>
          </a:prstGeom>
        </p:spPr>
      </p:pic>
    </p:spTree>
    <p:extLst>
      <p:ext uri="{BB962C8B-B14F-4D97-AF65-F5344CB8AC3E}">
        <p14:creationId xmlns:p14="http://schemas.microsoft.com/office/powerpoint/2010/main" val="2994600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3D7450B-5A87-B20B-F228-90F18235971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99C7682-5292-068C-1E23-8239D21D927B}"/>
              </a:ext>
            </a:extLst>
          </p:cNvPr>
          <p:cNvSpPr>
            <a:spLocks noGrp="1"/>
          </p:cNvSpPr>
          <p:nvPr>
            <p:ph type="title"/>
          </p:nvPr>
        </p:nvSpPr>
        <p:spPr>
          <a:xfrm>
            <a:off x="643002" y="136525"/>
            <a:ext cx="11445658" cy="1325563"/>
          </a:xfrm>
        </p:spPr>
        <p:txBody>
          <a:bodyPr>
            <a:normAutofit/>
          </a:bodyPr>
          <a:lstStyle/>
          <a:p>
            <a:pPr algn="ctr"/>
            <a:r>
              <a:rPr lang="fr-FR" b="1">
                <a:solidFill>
                  <a:schemeClr val="accent1"/>
                </a:solidFill>
              </a:rPr>
              <a:t>Explication de l’intérêt de chaque service </a:t>
            </a:r>
            <a:endParaRPr lang="fr-FR">
              <a:solidFill>
                <a:schemeClr val="accent1"/>
              </a:solidFill>
            </a:endParaRPr>
          </a:p>
        </p:txBody>
      </p:sp>
      <p:sp>
        <p:nvSpPr>
          <p:cNvPr id="3" name="Espace réservé du numéro de diapositive 2">
            <a:extLst>
              <a:ext uri="{FF2B5EF4-FFF2-40B4-BE49-F238E27FC236}">
                <a16:creationId xmlns:a16="http://schemas.microsoft.com/office/drawing/2014/main" id="{20223782-E668-1173-656E-89BEBCCA2C95}"/>
              </a:ext>
            </a:extLst>
          </p:cNvPr>
          <p:cNvSpPr>
            <a:spLocks noGrp="1"/>
          </p:cNvSpPr>
          <p:nvPr>
            <p:ph type="sldNum" sz="quarter" idx="12"/>
          </p:nvPr>
        </p:nvSpPr>
        <p:spPr/>
        <p:txBody>
          <a:bodyPr/>
          <a:lstStyle/>
          <a:p>
            <a:fld id="{C78954A9-0B93-8447-8914-95EE09401EEE}" type="slidenum">
              <a:rPr lang="fr-FR" smtClean="0"/>
              <a:t>15</a:t>
            </a:fld>
            <a:endParaRPr lang="fr-FR"/>
          </a:p>
        </p:txBody>
      </p:sp>
      <p:sp>
        <p:nvSpPr>
          <p:cNvPr id="6" name="Titre 1">
            <a:extLst>
              <a:ext uri="{FF2B5EF4-FFF2-40B4-BE49-F238E27FC236}">
                <a16:creationId xmlns:a16="http://schemas.microsoft.com/office/drawing/2014/main" id="{AE6D38AF-5BB2-C358-FE83-4F1C8029FA28}"/>
              </a:ext>
            </a:extLst>
          </p:cNvPr>
          <p:cNvSpPr txBox="1">
            <a:spLocks/>
          </p:cNvSpPr>
          <p:nvPr/>
        </p:nvSpPr>
        <p:spPr>
          <a:xfrm>
            <a:off x="238556" y="1246775"/>
            <a:ext cx="1144565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b="1">
                <a:solidFill>
                  <a:srgbClr val="002060"/>
                </a:solidFill>
              </a:rPr>
              <a:t>5. </a:t>
            </a:r>
            <a:r>
              <a:rPr lang="fr-FR" sz="3200" b="1" err="1">
                <a:solidFill>
                  <a:srgbClr val="002060"/>
                </a:solidFill>
              </a:rPr>
              <a:t>graphQL</a:t>
            </a:r>
            <a:endParaRPr lang="fr-FR" sz="3200">
              <a:solidFill>
                <a:srgbClr val="002060"/>
              </a:solidFill>
            </a:endParaRPr>
          </a:p>
        </p:txBody>
      </p:sp>
      <p:pic>
        <p:nvPicPr>
          <p:cNvPr id="7" name="Image 6">
            <a:extLst>
              <a:ext uri="{FF2B5EF4-FFF2-40B4-BE49-F238E27FC236}">
                <a16:creationId xmlns:a16="http://schemas.microsoft.com/office/drawing/2014/main" id="{F04D594E-436D-56B1-CB14-3F001CD86FC0}"/>
              </a:ext>
            </a:extLst>
          </p:cNvPr>
          <p:cNvPicPr>
            <a:picLocks noChangeAspect="1"/>
          </p:cNvPicPr>
          <p:nvPr/>
        </p:nvPicPr>
        <p:blipFill>
          <a:blip r:embed="rId3"/>
          <a:srcRect l="10214" t="16858" r="8139" b="21427"/>
          <a:stretch>
            <a:fillRect/>
          </a:stretch>
        </p:blipFill>
        <p:spPr>
          <a:xfrm>
            <a:off x="4060690" y="2364840"/>
            <a:ext cx="7623524" cy="3841646"/>
          </a:xfrm>
          <a:prstGeom prst="rect">
            <a:avLst/>
          </a:prstGeom>
        </p:spPr>
      </p:pic>
    </p:spTree>
    <p:extLst>
      <p:ext uri="{BB962C8B-B14F-4D97-AF65-F5344CB8AC3E}">
        <p14:creationId xmlns:p14="http://schemas.microsoft.com/office/powerpoint/2010/main" val="4277739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C32A46C-B730-95A6-005E-E9AE6EC799E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139660D-53F1-1ECD-218E-3C84361820B9}"/>
              </a:ext>
            </a:extLst>
          </p:cNvPr>
          <p:cNvSpPr>
            <a:spLocks noGrp="1"/>
          </p:cNvSpPr>
          <p:nvPr>
            <p:ph type="title"/>
          </p:nvPr>
        </p:nvSpPr>
        <p:spPr>
          <a:xfrm>
            <a:off x="643002" y="136525"/>
            <a:ext cx="11445658" cy="1325563"/>
          </a:xfrm>
        </p:spPr>
        <p:txBody>
          <a:bodyPr>
            <a:normAutofit/>
          </a:bodyPr>
          <a:lstStyle/>
          <a:p>
            <a:pPr algn="ctr"/>
            <a:r>
              <a:rPr lang="fr-FR" b="1">
                <a:solidFill>
                  <a:schemeClr val="accent1"/>
                </a:solidFill>
              </a:rPr>
              <a:t>Explication de l’intérêt de chaque service </a:t>
            </a:r>
            <a:endParaRPr lang="fr-FR">
              <a:solidFill>
                <a:schemeClr val="accent1"/>
              </a:solidFill>
            </a:endParaRPr>
          </a:p>
        </p:txBody>
      </p:sp>
      <p:sp>
        <p:nvSpPr>
          <p:cNvPr id="3" name="Espace réservé du numéro de diapositive 2">
            <a:extLst>
              <a:ext uri="{FF2B5EF4-FFF2-40B4-BE49-F238E27FC236}">
                <a16:creationId xmlns:a16="http://schemas.microsoft.com/office/drawing/2014/main" id="{508A3454-2BD7-5B4F-2028-BA9C07620E39}"/>
              </a:ext>
            </a:extLst>
          </p:cNvPr>
          <p:cNvSpPr>
            <a:spLocks noGrp="1"/>
          </p:cNvSpPr>
          <p:nvPr>
            <p:ph type="sldNum" sz="quarter" idx="12"/>
          </p:nvPr>
        </p:nvSpPr>
        <p:spPr/>
        <p:txBody>
          <a:bodyPr/>
          <a:lstStyle/>
          <a:p>
            <a:fld id="{C78954A9-0B93-8447-8914-95EE09401EEE}" type="slidenum">
              <a:rPr lang="fr-FR" smtClean="0"/>
              <a:t>16</a:t>
            </a:fld>
            <a:endParaRPr lang="fr-FR"/>
          </a:p>
        </p:txBody>
      </p:sp>
      <p:sp>
        <p:nvSpPr>
          <p:cNvPr id="6" name="Titre 1">
            <a:extLst>
              <a:ext uri="{FF2B5EF4-FFF2-40B4-BE49-F238E27FC236}">
                <a16:creationId xmlns:a16="http://schemas.microsoft.com/office/drawing/2014/main" id="{C1C328FD-488C-D8B2-823A-F05E2DBD34C6}"/>
              </a:ext>
            </a:extLst>
          </p:cNvPr>
          <p:cNvSpPr txBox="1">
            <a:spLocks/>
          </p:cNvSpPr>
          <p:nvPr/>
        </p:nvSpPr>
        <p:spPr>
          <a:xfrm>
            <a:off x="238556" y="1246775"/>
            <a:ext cx="1144565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b="1">
                <a:solidFill>
                  <a:srgbClr val="002060"/>
                </a:solidFill>
              </a:rPr>
              <a:t>6. Stockage mémoire</a:t>
            </a:r>
            <a:endParaRPr lang="fr-FR" sz="3200">
              <a:solidFill>
                <a:srgbClr val="002060"/>
              </a:solidFill>
            </a:endParaRPr>
          </a:p>
        </p:txBody>
      </p:sp>
      <p:pic>
        <p:nvPicPr>
          <p:cNvPr id="4" name="Image 3">
            <a:extLst>
              <a:ext uri="{FF2B5EF4-FFF2-40B4-BE49-F238E27FC236}">
                <a16:creationId xmlns:a16="http://schemas.microsoft.com/office/drawing/2014/main" id="{BC7C255B-C9B0-B84A-D900-7F6A86BF206E}"/>
              </a:ext>
            </a:extLst>
          </p:cNvPr>
          <p:cNvPicPr>
            <a:picLocks noChangeAspect="1"/>
          </p:cNvPicPr>
          <p:nvPr/>
        </p:nvPicPr>
        <p:blipFill>
          <a:blip r:embed="rId3"/>
          <a:srcRect l="8072" t="23143" r="11159" b="30703"/>
          <a:stretch>
            <a:fillRect/>
          </a:stretch>
        </p:blipFill>
        <p:spPr>
          <a:xfrm>
            <a:off x="5471745" y="2854591"/>
            <a:ext cx="6277709" cy="2391509"/>
          </a:xfrm>
          <a:prstGeom prst="rect">
            <a:avLst/>
          </a:prstGeom>
        </p:spPr>
      </p:pic>
    </p:spTree>
    <p:extLst>
      <p:ext uri="{BB962C8B-B14F-4D97-AF65-F5344CB8AC3E}">
        <p14:creationId xmlns:p14="http://schemas.microsoft.com/office/powerpoint/2010/main" val="92086140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9B4B426-0363-4979-A708-45F8DEDD1C65}">
  <we:reference id="a3b40b4f-8edf-490e-9df1-7e66f93912bf" version="1.2.0.0" store="EXCatalog" storeType="EXCatalog"/>
  <we:alternateReferences>
    <we:reference id="WA104380526" version="1.2.0.0" store="fr-FR"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098f0c8-8bd2-40f2-9784-bc72331316b6">
      <Terms xmlns="http://schemas.microsoft.com/office/infopath/2007/PartnerControls"/>
    </lcf76f155ced4ddcb4097134ff3c332f>
    <TaxCatchAll xmlns="20510269-8c6b-4b09-b2c4-8eb5b48f15f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4A03C6FC394A64A9C0E549415002AED" ma:contentTypeVersion="11" ma:contentTypeDescription="Crée un document." ma:contentTypeScope="" ma:versionID="73adfe2429e085c1379deb852e7e2ec5">
  <xsd:schema xmlns:xsd="http://www.w3.org/2001/XMLSchema" xmlns:xs="http://www.w3.org/2001/XMLSchema" xmlns:p="http://schemas.microsoft.com/office/2006/metadata/properties" xmlns:ns2="8098f0c8-8bd2-40f2-9784-bc72331316b6" xmlns:ns3="20510269-8c6b-4b09-b2c4-8eb5b48f15fd" targetNamespace="http://schemas.microsoft.com/office/2006/metadata/properties" ma:root="true" ma:fieldsID="370e8743044e3614d0903981047465c9" ns2:_="" ns3:_="">
    <xsd:import namespace="8098f0c8-8bd2-40f2-9784-bc72331316b6"/>
    <xsd:import namespace="20510269-8c6b-4b09-b2c4-8eb5b48f15f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098f0c8-8bd2-40f2-9784-bc72331316b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df809d85-0f24-42ce-a366-0efc0a589bf3"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510269-8c6b-4b09-b2c4-8eb5b48f15f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f9c0eac-0c37-4e1d-95d0-3750b6534028}" ma:internalName="TaxCatchAll" ma:showField="CatchAllData" ma:web="20510269-8c6b-4b09-b2c4-8eb5b48f15f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4F38AE4-6321-4716-9F84-F00C1FECD0F7}">
  <ds:schemaRefs>
    <ds:schemaRef ds:uri="http://purl.org/dc/elements/1.1/"/>
    <ds:schemaRef ds:uri="20510269-8c6b-4b09-b2c4-8eb5b48f15fd"/>
    <ds:schemaRef ds:uri="http://purl.org/dc/terms/"/>
    <ds:schemaRef ds:uri="http://purl.org/dc/dcmitype/"/>
    <ds:schemaRef ds:uri="http://schemas.microsoft.com/office/2006/documentManagement/types"/>
    <ds:schemaRef ds:uri="http://schemas.microsoft.com/office/2006/metadata/properties"/>
    <ds:schemaRef ds:uri="http://schemas.microsoft.com/office/infopath/2007/PartnerControls"/>
    <ds:schemaRef ds:uri="8098f0c8-8bd2-40f2-9784-bc72331316b6"/>
    <ds:schemaRef ds:uri="http://www.w3.org/XML/1998/namespace"/>
    <ds:schemaRef ds:uri="http://schemas.openxmlformats.org/package/2006/metadata/core-properties"/>
  </ds:schemaRefs>
</ds:datastoreItem>
</file>

<file path=customXml/itemProps2.xml><?xml version="1.0" encoding="utf-8"?>
<ds:datastoreItem xmlns:ds="http://schemas.openxmlformats.org/officeDocument/2006/customXml" ds:itemID="{50F09646-E1C6-4D09-8475-801082DA93F8}">
  <ds:schemaRefs>
    <ds:schemaRef ds:uri="20510269-8c6b-4b09-b2c4-8eb5b48f15fd"/>
    <ds:schemaRef ds:uri="8098f0c8-8bd2-40f2-9784-bc72331316b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F64DC5C-72D6-44A6-9EAE-56194E3EEEC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3023</Words>
  <Application>Microsoft Office PowerPoint</Application>
  <PresentationFormat>Grand écran</PresentationFormat>
  <Paragraphs>222</Paragraphs>
  <Slides>16</Slides>
  <Notes>14</Notes>
  <HiddenSlides>6</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16</vt:i4>
      </vt:variant>
    </vt:vector>
  </HeadingPairs>
  <TitlesOfParts>
    <vt:vector size="21" baseType="lpstr">
      <vt:lpstr>Aptos</vt:lpstr>
      <vt:lpstr>Aptos Display</vt:lpstr>
      <vt:lpstr>Arial</vt:lpstr>
      <vt:lpstr>Wingdings</vt:lpstr>
      <vt:lpstr>Thème Office</vt:lpstr>
      <vt:lpstr>Architecture de services Web pour un système de santé</vt:lpstr>
      <vt:lpstr>Sommaire</vt:lpstr>
      <vt:lpstr>1. Présentation de l’architecture</vt:lpstr>
      <vt:lpstr>1. Présentation de l’architecture</vt:lpstr>
      <vt:lpstr>2. Présentation des 5 services</vt:lpstr>
      <vt:lpstr>3. Structure de la demande </vt:lpstr>
      <vt:lpstr>4. Le Tracking et le Stockage</vt:lpstr>
      <vt:lpstr>5. Déroulement logique d’une DEMANDE</vt:lpstr>
      <vt:lpstr>Présentation PowerPoint</vt:lpstr>
      <vt:lpstr>CONCLUSION projet </vt:lpstr>
      <vt:lpstr>Explication de l’intérêt de chaque service </vt:lpstr>
      <vt:lpstr>Explication de l’intérêt de chaque service </vt:lpstr>
      <vt:lpstr>Explication de l’intérêt de chaque service </vt:lpstr>
      <vt:lpstr>Explication de l’intérêt de chaque service </vt:lpstr>
      <vt:lpstr>Explication de l’intérêt de chaque service </vt:lpstr>
      <vt:lpstr>Explication de l’intérêt de chaque service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Mathilde MEZENTZEFF</dc:creator>
  <cp:lastModifiedBy>Marion FRESQUET</cp:lastModifiedBy>
  <cp:revision>1</cp:revision>
  <dcterms:created xsi:type="dcterms:W3CDTF">2026-01-21T14:02:58Z</dcterms:created>
  <dcterms:modified xsi:type="dcterms:W3CDTF">2026-01-26T09:58:36Z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7e7dfc5-2bf4-4a75-8664-2dc4b3bb1d09_Enabled">
    <vt:lpwstr>true</vt:lpwstr>
  </property>
  <property fmtid="{D5CDD505-2E9C-101B-9397-08002B2CF9AE}" pid="3" name="MSIP_Label_47e7dfc5-2bf4-4a75-8664-2dc4b3bb1d09_SetDate">
    <vt:lpwstr>2026-01-21T14:03:41Z</vt:lpwstr>
  </property>
  <property fmtid="{D5CDD505-2E9C-101B-9397-08002B2CF9AE}" pid="4" name="MSIP_Label_47e7dfc5-2bf4-4a75-8664-2dc4b3bb1d09_Method">
    <vt:lpwstr>Standard</vt:lpwstr>
  </property>
  <property fmtid="{D5CDD505-2E9C-101B-9397-08002B2CF9AE}" pid="5" name="MSIP_Label_47e7dfc5-2bf4-4a75-8664-2dc4b3bb1d09_Name">
    <vt:lpwstr>defa4170-0d19-0005-0004-bc88714345d2</vt:lpwstr>
  </property>
  <property fmtid="{D5CDD505-2E9C-101B-9397-08002B2CF9AE}" pid="6" name="MSIP_Label_47e7dfc5-2bf4-4a75-8664-2dc4b3bb1d09_SiteId">
    <vt:lpwstr>413600cf-bd4e-4c7c-8a61-69e73cddf731</vt:lpwstr>
  </property>
  <property fmtid="{D5CDD505-2E9C-101B-9397-08002B2CF9AE}" pid="7" name="MSIP_Label_47e7dfc5-2bf4-4a75-8664-2dc4b3bb1d09_ActionId">
    <vt:lpwstr>b646220d-ac62-47df-ac07-910e2712446a</vt:lpwstr>
  </property>
  <property fmtid="{D5CDD505-2E9C-101B-9397-08002B2CF9AE}" pid="8" name="MSIP_Label_47e7dfc5-2bf4-4a75-8664-2dc4b3bb1d09_ContentBits">
    <vt:lpwstr>0</vt:lpwstr>
  </property>
  <property fmtid="{D5CDD505-2E9C-101B-9397-08002B2CF9AE}" pid="9" name="MSIP_Label_47e7dfc5-2bf4-4a75-8664-2dc4b3bb1d09_Tag">
    <vt:lpwstr>50, 3, 0, 1</vt:lpwstr>
  </property>
  <property fmtid="{D5CDD505-2E9C-101B-9397-08002B2CF9AE}" pid="10" name="ContentTypeId">
    <vt:lpwstr>0x010100D4A03C6FC394A64A9C0E549415002AED</vt:lpwstr>
  </property>
  <property fmtid="{D5CDD505-2E9C-101B-9397-08002B2CF9AE}" pid="11" name="MediaServiceImageTags">
    <vt:lpwstr/>
  </property>
</Properties>
</file>